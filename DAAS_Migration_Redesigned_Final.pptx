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6" r:id="rId3"/>
    <p:sldId id="257" r:id="rId4"/>
    <p:sldId id="259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00A09A-89E9-4D01-8AF0-75A9849CCDE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15EE96-6262-486E-83E2-07294DE2BB4A}">
      <dgm:prSet/>
      <dgm:spPr/>
      <dgm:t>
        <a:bodyPr/>
        <a:lstStyle/>
        <a:p>
          <a:r>
            <a:rPr lang="en-US" dirty="0"/>
            <a:t>Detail review of DAAS v2.5 and v3.0 structure</a:t>
          </a:r>
        </a:p>
      </dgm:t>
    </dgm:pt>
    <dgm:pt modelId="{6DDF80EF-109B-4A3D-89BA-3E3A5C862F8C}" type="parTrans" cxnId="{9CF8D0FF-5D41-4E89-8FCB-52851BC18777}">
      <dgm:prSet/>
      <dgm:spPr/>
      <dgm:t>
        <a:bodyPr/>
        <a:lstStyle/>
        <a:p>
          <a:endParaRPr lang="en-US"/>
        </a:p>
      </dgm:t>
    </dgm:pt>
    <dgm:pt modelId="{9EA7E709-D689-4A32-843F-D5FCBC9D0F04}" type="sibTrans" cxnId="{9CF8D0FF-5D41-4E89-8FCB-52851BC18777}">
      <dgm:prSet/>
      <dgm:spPr/>
      <dgm:t>
        <a:bodyPr/>
        <a:lstStyle/>
        <a:p>
          <a:endParaRPr lang="en-US"/>
        </a:p>
      </dgm:t>
    </dgm:pt>
    <dgm:pt modelId="{D6665407-82E1-4B0E-B368-9E26D352C036}">
      <dgm:prSet/>
      <dgm:spPr/>
      <dgm:t>
        <a:bodyPr/>
        <a:lstStyle/>
        <a:p>
          <a:r>
            <a:rPr lang="en-US" dirty="0"/>
            <a:t>GitHub repository access with branch permissions</a:t>
          </a:r>
        </a:p>
      </dgm:t>
    </dgm:pt>
    <dgm:pt modelId="{7C1407AC-AA6E-4CBC-829C-DF9E6443E6C2}" type="parTrans" cxnId="{97DF2D44-1B3D-49ED-9B54-F0AF5242F39C}">
      <dgm:prSet/>
      <dgm:spPr/>
      <dgm:t>
        <a:bodyPr/>
        <a:lstStyle/>
        <a:p>
          <a:endParaRPr lang="en-US"/>
        </a:p>
      </dgm:t>
    </dgm:pt>
    <dgm:pt modelId="{EFE4C168-D6A2-478A-A020-C60974A2830C}" type="sibTrans" cxnId="{97DF2D44-1B3D-49ED-9B54-F0AF5242F39C}">
      <dgm:prSet/>
      <dgm:spPr/>
      <dgm:t>
        <a:bodyPr/>
        <a:lstStyle/>
        <a:p>
          <a:endParaRPr lang="en-US"/>
        </a:p>
      </dgm:t>
    </dgm:pt>
    <dgm:pt modelId="{59E331D4-58E5-47E0-B7C2-6530527F7C07}">
      <dgm:prSet/>
      <dgm:spPr/>
      <dgm:t>
        <a:bodyPr/>
        <a:lstStyle/>
        <a:p>
          <a:r>
            <a:rPr lang="en-US" dirty="0"/>
            <a:t>Review of app structure inputs and DAAS(2.5 &amp; 3.0) configurations</a:t>
          </a:r>
        </a:p>
      </dgm:t>
    </dgm:pt>
    <dgm:pt modelId="{32975AF8-CC70-4C66-B8CD-76DD00E02BD6}" type="parTrans" cxnId="{CEF7A908-F2F7-4FE1-932B-0BB378C8369F}">
      <dgm:prSet/>
      <dgm:spPr/>
      <dgm:t>
        <a:bodyPr/>
        <a:lstStyle/>
        <a:p>
          <a:endParaRPr lang="en-US"/>
        </a:p>
      </dgm:t>
    </dgm:pt>
    <dgm:pt modelId="{61A3C720-B6CF-4E47-90D5-099295E05FBF}" type="sibTrans" cxnId="{CEF7A908-F2F7-4FE1-932B-0BB378C8369F}">
      <dgm:prSet/>
      <dgm:spPr/>
      <dgm:t>
        <a:bodyPr/>
        <a:lstStyle/>
        <a:p>
          <a:endParaRPr lang="en-US" dirty="0"/>
        </a:p>
      </dgm:t>
    </dgm:pt>
    <dgm:pt modelId="{20D035BF-4C65-41C4-BFD8-5AB1F63ADD29}">
      <dgm:prSet/>
      <dgm:spPr/>
      <dgm:t>
        <a:bodyPr/>
        <a:lstStyle/>
        <a:p>
          <a:r>
            <a:rPr lang="en-US" dirty="0"/>
            <a:t>Test environment/branch execution for safe validation</a:t>
          </a:r>
        </a:p>
      </dgm:t>
    </dgm:pt>
    <dgm:pt modelId="{66F93B48-C204-409A-BFDF-BD72F1E55639}" type="parTrans" cxnId="{ECBAFB93-A10F-4638-B17A-3663E74C15F1}">
      <dgm:prSet/>
      <dgm:spPr/>
      <dgm:t>
        <a:bodyPr/>
        <a:lstStyle/>
        <a:p>
          <a:endParaRPr lang="en-US"/>
        </a:p>
      </dgm:t>
    </dgm:pt>
    <dgm:pt modelId="{3EC1E8F5-40AF-41F6-8C5D-7AD56AE0910A}" type="sibTrans" cxnId="{ECBAFB93-A10F-4638-B17A-3663E74C15F1}">
      <dgm:prSet/>
      <dgm:spPr/>
      <dgm:t>
        <a:bodyPr/>
        <a:lstStyle/>
        <a:p>
          <a:endParaRPr lang="en-US"/>
        </a:p>
      </dgm:t>
    </dgm:pt>
    <dgm:pt modelId="{BB758B4C-0093-45A6-A4EB-4A78C690B5CF}" type="pres">
      <dgm:prSet presAssocID="{0F00A09A-89E9-4D01-8AF0-75A9849CCDE0}" presName="outerComposite" presStyleCnt="0">
        <dgm:presLayoutVars>
          <dgm:chMax val="5"/>
          <dgm:dir/>
          <dgm:resizeHandles val="exact"/>
        </dgm:presLayoutVars>
      </dgm:prSet>
      <dgm:spPr/>
    </dgm:pt>
    <dgm:pt modelId="{222F63C9-4B2B-4E54-B3B3-15FC2117C470}" type="pres">
      <dgm:prSet presAssocID="{0F00A09A-89E9-4D01-8AF0-75A9849CCDE0}" presName="dummyMaxCanvas" presStyleCnt="0">
        <dgm:presLayoutVars/>
      </dgm:prSet>
      <dgm:spPr/>
    </dgm:pt>
    <dgm:pt modelId="{0348A45B-2E46-45D3-8BAE-5E5CC1A50C9F}" type="pres">
      <dgm:prSet presAssocID="{0F00A09A-89E9-4D01-8AF0-75A9849CCDE0}" presName="FourNodes_1" presStyleLbl="node1" presStyleIdx="0" presStyleCnt="4" custScaleX="36544" custLinFactNeighborX="-28733" custLinFactNeighborY="8183">
        <dgm:presLayoutVars>
          <dgm:bulletEnabled val="1"/>
        </dgm:presLayoutVars>
      </dgm:prSet>
      <dgm:spPr/>
    </dgm:pt>
    <dgm:pt modelId="{E4E2E52A-5A5E-47BD-AE37-11222859F384}" type="pres">
      <dgm:prSet presAssocID="{0F00A09A-89E9-4D01-8AF0-75A9849CCDE0}" presName="FourNodes_2" presStyleLbl="node1" presStyleIdx="1" presStyleCnt="4" custScaleX="36372" custLinFactNeighborX="-37161" custLinFactNeighborY="1169">
        <dgm:presLayoutVars>
          <dgm:bulletEnabled val="1"/>
        </dgm:presLayoutVars>
      </dgm:prSet>
      <dgm:spPr/>
    </dgm:pt>
    <dgm:pt modelId="{79C8A65A-0227-4C4B-9FF9-CD7E5E371B7E}" type="pres">
      <dgm:prSet presAssocID="{0F00A09A-89E9-4D01-8AF0-75A9849CCDE0}" presName="FourNodes_3" presStyleLbl="node1" presStyleIdx="2" presStyleCnt="4" custScaleX="35414" custScaleY="89499" custLinFactNeighborX="-45295" custLinFactNeighborY="-9352">
        <dgm:presLayoutVars>
          <dgm:bulletEnabled val="1"/>
        </dgm:presLayoutVars>
      </dgm:prSet>
      <dgm:spPr/>
    </dgm:pt>
    <dgm:pt modelId="{A165FFDC-AA05-4D5C-B93C-4DA1A1594C0E}" type="pres">
      <dgm:prSet presAssocID="{0F00A09A-89E9-4D01-8AF0-75A9849CCDE0}" presName="FourNodes_4" presStyleLbl="node1" presStyleIdx="3" presStyleCnt="4" custScaleX="35635" custScaleY="100000" custLinFactNeighborX="-53693" custLinFactNeighborY="-17535">
        <dgm:presLayoutVars>
          <dgm:bulletEnabled val="1"/>
        </dgm:presLayoutVars>
      </dgm:prSet>
      <dgm:spPr/>
    </dgm:pt>
    <dgm:pt modelId="{C1FE4841-F993-4B1D-9B3E-11BBFEE4B75F}" type="pres">
      <dgm:prSet presAssocID="{0F00A09A-89E9-4D01-8AF0-75A9849CCDE0}" presName="FourConn_1-2" presStyleLbl="fgAccFollowNode1" presStyleIdx="0" presStyleCnt="3" custScaleX="19157" custScaleY="85534" custLinFactX="-400000" custLinFactNeighborX="-476472" custLinFactNeighborY="8991">
        <dgm:presLayoutVars>
          <dgm:bulletEnabled val="1"/>
        </dgm:presLayoutVars>
      </dgm:prSet>
      <dgm:spPr/>
    </dgm:pt>
    <dgm:pt modelId="{DFF257A9-AA8F-4842-88E7-047F8D9E7314}" type="pres">
      <dgm:prSet presAssocID="{0F00A09A-89E9-4D01-8AF0-75A9849CCDE0}" presName="FourConn_2-3" presStyleLbl="fgAccFollowNode1" presStyleIdx="1" presStyleCnt="3" custFlipHor="0" custScaleX="15374" custScaleY="86574" custLinFactX="-473769" custLinFactNeighborX="-500000" custLinFactNeighborY="-14581">
        <dgm:presLayoutVars>
          <dgm:bulletEnabled val="1"/>
        </dgm:presLayoutVars>
      </dgm:prSet>
      <dgm:spPr/>
    </dgm:pt>
    <dgm:pt modelId="{55037438-A707-4801-8BFA-95579EE2BB68}" type="pres">
      <dgm:prSet presAssocID="{0F00A09A-89E9-4D01-8AF0-75A9849CCDE0}" presName="FourConn_3-4" presStyleLbl="fgAccFollowNode1" presStyleIdx="2" presStyleCnt="3" custFlipHor="0" custScaleX="18797" custScaleY="75089" custLinFactX="-500000" custLinFactNeighborX="-569226" custLinFactNeighborY="-17703">
        <dgm:presLayoutVars>
          <dgm:bulletEnabled val="1"/>
        </dgm:presLayoutVars>
      </dgm:prSet>
      <dgm:spPr/>
    </dgm:pt>
    <dgm:pt modelId="{BA532251-B136-4AF0-B0D9-AE49A7947C02}" type="pres">
      <dgm:prSet presAssocID="{0F00A09A-89E9-4D01-8AF0-75A9849CCDE0}" presName="FourNodes_1_text" presStyleLbl="node1" presStyleIdx="3" presStyleCnt="4">
        <dgm:presLayoutVars>
          <dgm:bulletEnabled val="1"/>
        </dgm:presLayoutVars>
      </dgm:prSet>
      <dgm:spPr/>
    </dgm:pt>
    <dgm:pt modelId="{DBD8828D-9225-4A7E-8588-6BC75BD9FE64}" type="pres">
      <dgm:prSet presAssocID="{0F00A09A-89E9-4D01-8AF0-75A9849CCDE0}" presName="FourNodes_2_text" presStyleLbl="node1" presStyleIdx="3" presStyleCnt="4">
        <dgm:presLayoutVars>
          <dgm:bulletEnabled val="1"/>
        </dgm:presLayoutVars>
      </dgm:prSet>
      <dgm:spPr/>
    </dgm:pt>
    <dgm:pt modelId="{9107992E-E1F9-4C4E-9F20-B6711F221D25}" type="pres">
      <dgm:prSet presAssocID="{0F00A09A-89E9-4D01-8AF0-75A9849CCDE0}" presName="FourNodes_3_text" presStyleLbl="node1" presStyleIdx="3" presStyleCnt="4">
        <dgm:presLayoutVars>
          <dgm:bulletEnabled val="1"/>
        </dgm:presLayoutVars>
      </dgm:prSet>
      <dgm:spPr/>
    </dgm:pt>
    <dgm:pt modelId="{C3CCD8B0-0E68-40EA-B337-8E72D224E059}" type="pres">
      <dgm:prSet presAssocID="{0F00A09A-89E9-4D01-8AF0-75A9849CCDE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89C1B05-6202-4FD9-A76F-4B7D11DEC3F0}" type="presOf" srcId="{D6665407-82E1-4B0E-B368-9E26D352C036}" destId="{DBD8828D-9225-4A7E-8588-6BC75BD9FE64}" srcOrd="1" destOrd="0" presId="urn:microsoft.com/office/officeart/2005/8/layout/vProcess5"/>
    <dgm:cxn modelId="{CEF7A908-F2F7-4FE1-932B-0BB378C8369F}" srcId="{0F00A09A-89E9-4D01-8AF0-75A9849CCDE0}" destId="{59E331D4-58E5-47E0-B7C2-6530527F7C07}" srcOrd="2" destOrd="0" parTransId="{32975AF8-CC70-4C66-B8CD-76DD00E02BD6}" sibTransId="{61A3C720-B6CF-4E47-90D5-099295E05FBF}"/>
    <dgm:cxn modelId="{25D11436-267F-444D-BC5F-C76E75E483B7}" type="presOf" srcId="{20D035BF-4C65-41C4-BFD8-5AB1F63ADD29}" destId="{A165FFDC-AA05-4D5C-B93C-4DA1A1594C0E}" srcOrd="0" destOrd="0" presId="urn:microsoft.com/office/officeart/2005/8/layout/vProcess5"/>
    <dgm:cxn modelId="{DD31543A-7680-46F5-AF73-16712DEC9C05}" type="presOf" srcId="{8615EE96-6262-486E-83E2-07294DE2BB4A}" destId="{0348A45B-2E46-45D3-8BAE-5E5CC1A50C9F}" srcOrd="0" destOrd="0" presId="urn:microsoft.com/office/officeart/2005/8/layout/vProcess5"/>
    <dgm:cxn modelId="{98816943-FC0A-4348-826C-53FB63CB5373}" type="presOf" srcId="{59E331D4-58E5-47E0-B7C2-6530527F7C07}" destId="{79C8A65A-0227-4C4B-9FF9-CD7E5E371B7E}" srcOrd="0" destOrd="0" presId="urn:microsoft.com/office/officeart/2005/8/layout/vProcess5"/>
    <dgm:cxn modelId="{97DF2D44-1B3D-49ED-9B54-F0AF5242F39C}" srcId="{0F00A09A-89E9-4D01-8AF0-75A9849CCDE0}" destId="{D6665407-82E1-4B0E-B368-9E26D352C036}" srcOrd="1" destOrd="0" parTransId="{7C1407AC-AA6E-4CBC-829C-DF9E6443E6C2}" sibTransId="{EFE4C168-D6A2-478A-A020-C60974A2830C}"/>
    <dgm:cxn modelId="{1953FE50-D3E7-48AB-AC0D-D4F072EE63A0}" type="presOf" srcId="{59E331D4-58E5-47E0-B7C2-6530527F7C07}" destId="{9107992E-E1F9-4C4E-9F20-B6711F221D25}" srcOrd="1" destOrd="0" presId="urn:microsoft.com/office/officeart/2005/8/layout/vProcess5"/>
    <dgm:cxn modelId="{E9B94373-B37E-49B6-ACD8-A8FE831DF7F3}" type="presOf" srcId="{0F00A09A-89E9-4D01-8AF0-75A9849CCDE0}" destId="{BB758B4C-0093-45A6-A4EB-4A78C690B5CF}" srcOrd="0" destOrd="0" presId="urn:microsoft.com/office/officeart/2005/8/layout/vProcess5"/>
    <dgm:cxn modelId="{CCAE737F-4936-4288-881D-4E574401CCA0}" type="presOf" srcId="{8615EE96-6262-486E-83E2-07294DE2BB4A}" destId="{BA532251-B136-4AF0-B0D9-AE49A7947C02}" srcOrd="1" destOrd="0" presId="urn:microsoft.com/office/officeart/2005/8/layout/vProcess5"/>
    <dgm:cxn modelId="{ECBAFB93-A10F-4638-B17A-3663E74C15F1}" srcId="{0F00A09A-89E9-4D01-8AF0-75A9849CCDE0}" destId="{20D035BF-4C65-41C4-BFD8-5AB1F63ADD29}" srcOrd="3" destOrd="0" parTransId="{66F93B48-C204-409A-BFDF-BD72F1E55639}" sibTransId="{3EC1E8F5-40AF-41F6-8C5D-7AD56AE0910A}"/>
    <dgm:cxn modelId="{A8AFFF9B-3420-4929-8207-367593FB58B2}" type="presOf" srcId="{9EA7E709-D689-4A32-843F-D5FCBC9D0F04}" destId="{C1FE4841-F993-4B1D-9B3E-11BBFEE4B75F}" srcOrd="0" destOrd="0" presId="urn:microsoft.com/office/officeart/2005/8/layout/vProcess5"/>
    <dgm:cxn modelId="{AD00E8A2-EB92-47BB-A9EA-110D68BF3EC0}" type="presOf" srcId="{20D035BF-4C65-41C4-BFD8-5AB1F63ADD29}" destId="{C3CCD8B0-0E68-40EA-B337-8E72D224E059}" srcOrd="1" destOrd="0" presId="urn:microsoft.com/office/officeart/2005/8/layout/vProcess5"/>
    <dgm:cxn modelId="{7589CAB8-90D5-4990-9723-C461BDC5413E}" type="presOf" srcId="{61A3C720-B6CF-4E47-90D5-099295E05FBF}" destId="{55037438-A707-4801-8BFA-95579EE2BB68}" srcOrd="0" destOrd="0" presId="urn:microsoft.com/office/officeart/2005/8/layout/vProcess5"/>
    <dgm:cxn modelId="{926342F5-0CF5-496E-A9DA-FF1ED2400AA2}" type="presOf" srcId="{D6665407-82E1-4B0E-B368-9E26D352C036}" destId="{E4E2E52A-5A5E-47BD-AE37-11222859F384}" srcOrd="0" destOrd="0" presId="urn:microsoft.com/office/officeart/2005/8/layout/vProcess5"/>
    <dgm:cxn modelId="{E044F9F5-7C9A-4094-A7B8-BF8AEC802B1C}" type="presOf" srcId="{EFE4C168-D6A2-478A-A020-C60974A2830C}" destId="{DFF257A9-AA8F-4842-88E7-047F8D9E7314}" srcOrd="0" destOrd="0" presId="urn:microsoft.com/office/officeart/2005/8/layout/vProcess5"/>
    <dgm:cxn modelId="{9CF8D0FF-5D41-4E89-8FCB-52851BC18777}" srcId="{0F00A09A-89E9-4D01-8AF0-75A9849CCDE0}" destId="{8615EE96-6262-486E-83E2-07294DE2BB4A}" srcOrd="0" destOrd="0" parTransId="{6DDF80EF-109B-4A3D-89BA-3E3A5C862F8C}" sibTransId="{9EA7E709-D689-4A32-843F-D5FCBC9D0F04}"/>
    <dgm:cxn modelId="{06E16C7A-25FD-4EB8-8DF3-58EE9F380DDD}" type="presParOf" srcId="{BB758B4C-0093-45A6-A4EB-4A78C690B5CF}" destId="{222F63C9-4B2B-4E54-B3B3-15FC2117C470}" srcOrd="0" destOrd="0" presId="urn:microsoft.com/office/officeart/2005/8/layout/vProcess5"/>
    <dgm:cxn modelId="{38311F04-AC2A-4960-BC24-EA8A429B5433}" type="presParOf" srcId="{BB758B4C-0093-45A6-A4EB-4A78C690B5CF}" destId="{0348A45B-2E46-45D3-8BAE-5E5CC1A50C9F}" srcOrd="1" destOrd="0" presId="urn:microsoft.com/office/officeart/2005/8/layout/vProcess5"/>
    <dgm:cxn modelId="{F054F5D7-FFF9-4F57-BC90-00FC42BE0809}" type="presParOf" srcId="{BB758B4C-0093-45A6-A4EB-4A78C690B5CF}" destId="{E4E2E52A-5A5E-47BD-AE37-11222859F384}" srcOrd="2" destOrd="0" presId="urn:microsoft.com/office/officeart/2005/8/layout/vProcess5"/>
    <dgm:cxn modelId="{4056D71F-9E81-46C5-938A-AE556281DCB5}" type="presParOf" srcId="{BB758B4C-0093-45A6-A4EB-4A78C690B5CF}" destId="{79C8A65A-0227-4C4B-9FF9-CD7E5E371B7E}" srcOrd="3" destOrd="0" presId="urn:microsoft.com/office/officeart/2005/8/layout/vProcess5"/>
    <dgm:cxn modelId="{933DEB0B-466B-4241-ABC9-D67AC69F1458}" type="presParOf" srcId="{BB758B4C-0093-45A6-A4EB-4A78C690B5CF}" destId="{A165FFDC-AA05-4D5C-B93C-4DA1A1594C0E}" srcOrd="4" destOrd="0" presId="urn:microsoft.com/office/officeart/2005/8/layout/vProcess5"/>
    <dgm:cxn modelId="{2FF8C8F5-558A-4A2E-8CA5-6680117AD1A9}" type="presParOf" srcId="{BB758B4C-0093-45A6-A4EB-4A78C690B5CF}" destId="{C1FE4841-F993-4B1D-9B3E-11BBFEE4B75F}" srcOrd="5" destOrd="0" presId="urn:microsoft.com/office/officeart/2005/8/layout/vProcess5"/>
    <dgm:cxn modelId="{8FBBB950-06F7-451A-BB70-1A038C6F081E}" type="presParOf" srcId="{BB758B4C-0093-45A6-A4EB-4A78C690B5CF}" destId="{DFF257A9-AA8F-4842-88E7-047F8D9E7314}" srcOrd="6" destOrd="0" presId="urn:microsoft.com/office/officeart/2005/8/layout/vProcess5"/>
    <dgm:cxn modelId="{CE6E5FA2-8903-4C15-81E7-6F75D959ADB6}" type="presParOf" srcId="{BB758B4C-0093-45A6-A4EB-4A78C690B5CF}" destId="{55037438-A707-4801-8BFA-95579EE2BB68}" srcOrd="7" destOrd="0" presId="urn:microsoft.com/office/officeart/2005/8/layout/vProcess5"/>
    <dgm:cxn modelId="{55595CF7-04F0-4171-9B6B-2E83F107108E}" type="presParOf" srcId="{BB758B4C-0093-45A6-A4EB-4A78C690B5CF}" destId="{BA532251-B136-4AF0-B0D9-AE49A7947C02}" srcOrd="8" destOrd="0" presId="urn:microsoft.com/office/officeart/2005/8/layout/vProcess5"/>
    <dgm:cxn modelId="{6D1EA4A4-D3E6-4F21-B3C5-96935EC8016D}" type="presParOf" srcId="{BB758B4C-0093-45A6-A4EB-4A78C690B5CF}" destId="{DBD8828D-9225-4A7E-8588-6BC75BD9FE64}" srcOrd="9" destOrd="0" presId="urn:microsoft.com/office/officeart/2005/8/layout/vProcess5"/>
    <dgm:cxn modelId="{CBEABA4B-C312-4273-ADBE-4C16CB4E893E}" type="presParOf" srcId="{BB758B4C-0093-45A6-A4EB-4A78C690B5CF}" destId="{9107992E-E1F9-4C4E-9F20-B6711F221D25}" srcOrd="10" destOrd="0" presId="urn:microsoft.com/office/officeart/2005/8/layout/vProcess5"/>
    <dgm:cxn modelId="{2FC2FFF3-20BB-4843-BDB7-40EF385DFE1F}" type="presParOf" srcId="{BB758B4C-0093-45A6-A4EB-4A78C690B5CF}" destId="{C3CCD8B0-0E68-40EA-B337-8E72D224E05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813D28-F0C1-4153-BBE3-45EAC4F7918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D0D0531-E14F-45A8-B21B-639023F0F572}">
      <dgm:prSet/>
      <dgm:spPr/>
      <dgm:t>
        <a:bodyPr/>
        <a:lstStyle/>
        <a:p>
          <a:r>
            <a:rPr lang="en-US" dirty="0"/>
            <a:t>Review DAAS v2.5 &amp; v3.0 repo structure and datapoints</a:t>
          </a:r>
        </a:p>
      </dgm:t>
    </dgm:pt>
    <dgm:pt modelId="{5D3349D6-E07A-43A6-AC5B-F3A194AD7741}" type="parTrans" cxnId="{084C579C-5044-46AC-B624-B903824ED82C}">
      <dgm:prSet/>
      <dgm:spPr/>
      <dgm:t>
        <a:bodyPr/>
        <a:lstStyle/>
        <a:p>
          <a:endParaRPr lang="en-US"/>
        </a:p>
      </dgm:t>
    </dgm:pt>
    <dgm:pt modelId="{25FE5632-4454-4B9C-8AFA-10DACB56A987}" type="sibTrans" cxnId="{084C579C-5044-46AC-B624-B903824ED82C}">
      <dgm:prSet/>
      <dgm:spPr/>
      <dgm:t>
        <a:bodyPr/>
        <a:lstStyle/>
        <a:p>
          <a:endParaRPr lang="en-US"/>
        </a:p>
      </dgm:t>
    </dgm:pt>
    <dgm:pt modelId="{69350FAF-4809-48B2-88E0-C3F3675D6EC0}">
      <dgm:prSet/>
      <dgm:spPr/>
      <dgm:t>
        <a:bodyPr/>
        <a:lstStyle/>
        <a:p>
          <a:r>
            <a:rPr lang="en-US" dirty="0"/>
            <a:t>Identify inputs/outputs, source, </a:t>
          </a:r>
          <a:r>
            <a:rPr lang="en-US" dirty="0" err="1"/>
            <a:t>sourcetypes</a:t>
          </a:r>
          <a:r>
            <a:rPr lang="en-US" dirty="0"/>
            <a:t>, lookups, scripts, SH’s, Indexers, macros, .props, transforms, config changes, new features, and deprecated items</a:t>
          </a:r>
        </a:p>
      </dgm:t>
    </dgm:pt>
    <dgm:pt modelId="{B39FC6F5-2DE5-4CB5-9111-834E57E5417E}" type="parTrans" cxnId="{A35BC4C5-4B0B-4375-AABE-BE9AA513A271}">
      <dgm:prSet/>
      <dgm:spPr/>
      <dgm:t>
        <a:bodyPr/>
        <a:lstStyle/>
        <a:p>
          <a:endParaRPr lang="en-US"/>
        </a:p>
      </dgm:t>
    </dgm:pt>
    <dgm:pt modelId="{57F4AA9A-A32F-4758-AD90-399A965D161E}" type="sibTrans" cxnId="{A35BC4C5-4B0B-4375-AABE-BE9AA513A271}">
      <dgm:prSet/>
      <dgm:spPr/>
      <dgm:t>
        <a:bodyPr/>
        <a:lstStyle/>
        <a:p>
          <a:endParaRPr lang="en-US"/>
        </a:p>
      </dgm:t>
    </dgm:pt>
    <dgm:pt modelId="{605724D1-4F51-46FB-A1CD-627125496033}">
      <dgm:prSet/>
      <dgm:spPr/>
      <dgm:t>
        <a:bodyPr/>
        <a:lstStyle/>
        <a:p>
          <a:r>
            <a:rPr lang="en-US" dirty="0"/>
            <a:t>Prepare a test branch, repo for migration to avoid affecting production (main branch)</a:t>
          </a:r>
        </a:p>
      </dgm:t>
    </dgm:pt>
    <dgm:pt modelId="{DB067936-4D01-47A7-975F-9FF60CF67C73}" type="parTrans" cxnId="{651250D7-BB7D-4AF9-B81E-70229C8A1C61}">
      <dgm:prSet/>
      <dgm:spPr/>
      <dgm:t>
        <a:bodyPr/>
        <a:lstStyle/>
        <a:p>
          <a:endParaRPr lang="en-US"/>
        </a:p>
      </dgm:t>
    </dgm:pt>
    <dgm:pt modelId="{123463E1-24F7-4739-9601-D26D4C235B1D}" type="sibTrans" cxnId="{651250D7-BB7D-4AF9-B81E-70229C8A1C61}">
      <dgm:prSet/>
      <dgm:spPr/>
      <dgm:t>
        <a:bodyPr/>
        <a:lstStyle/>
        <a:p>
          <a:endParaRPr lang="en-US"/>
        </a:p>
      </dgm:t>
    </dgm:pt>
    <dgm:pt modelId="{3DEF087C-3088-4D9B-87C8-64B86C2A737D}">
      <dgm:prSet/>
      <dgm:spPr/>
      <dgm:t>
        <a:bodyPr/>
        <a:lstStyle/>
        <a:p>
          <a:r>
            <a:rPr lang="en-US" dirty="0"/>
            <a:t>Plan for the Repository clone, Data replication, Name change as per v3.0 naming conventions</a:t>
          </a:r>
        </a:p>
      </dgm:t>
    </dgm:pt>
    <dgm:pt modelId="{1EB0D34A-F91C-43E9-99EB-945E1B7EA1BF}" type="parTrans" cxnId="{DB9917C9-2366-476F-8D7B-15D4A567FF88}">
      <dgm:prSet/>
      <dgm:spPr/>
      <dgm:t>
        <a:bodyPr/>
        <a:lstStyle/>
        <a:p>
          <a:endParaRPr lang="en-US"/>
        </a:p>
      </dgm:t>
    </dgm:pt>
    <dgm:pt modelId="{D0C91208-8439-47C5-B526-05092F88D05D}" type="sibTrans" cxnId="{DB9917C9-2366-476F-8D7B-15D4A567FF88}">
      <dgm:prSet/>
      <dgm:spPr/>
      <dgm:t>
        <a:bodyPr/>
        <a:lstStyle/>
        <a:p>
          <a:endParaRPr lang="en-US"/>
        </a:p>
      </dgm:t>
    </dgm:pt>
    <dgm:pt modelId="{1137FF2D-AA58-4E33-ADAA-593A8368F30E}" type="pres">
      <dgm:prSet presAssocID="{6B813D28-F0C1-4153-BBE3-45EAC4F79189}" presName="Name0" presStyleCnt="0">
        <dgm:presLayoutVars>
          <dgm:dir/>
          <dgm:resizeHandles val="exact"/>
        </dgm:presLayoutVars>
      </dgm:prSet>
      <dgm:spPr/>
    </dgm:pt>
    <dgm:pt modelId="{77EC6822-C0C2-4FE4-8297-B7B29261E47F}" type="pres">
      <dgm:prSet presAssocID="{CD0D0531-E14F-45A8-B21B-639023F0F572}" presName="node" presStyleLbl="node1" presStyleIdx="0" presStyleCnt="4" custScaleY="126859" custLinFactNeighborY="776">
        <dgm:presLayoutVars>
          <dgm:bulletEnabled val="1"/>
        </dgm:presLayoutVars>
      </dgm:prSet>
      <dgm:spPr/>
    </dgm:pt>
    <dgm:pt modelId="{12733A4A-599B-4D9E-9F78-24EC2396F7D6}" type="pres">
      <dgm:prSet presAssocID="{25FE5632-4454-4B9C-8AFA-10DACB56A987}" presName="sibTrans" presStyleLbl="sibTrans1D1" presStyleIdx="0" presStyleCnt="3"/>
      <dgm:spPr/>
    </dgm:pt>
    <dgm:pt modelId="{4F72E250-9161-4F4C-BB4D-DBF91F04C8DF}" type="pres">
      <dgm:prSet presAssocID="{25FE5632-4454-4B9C-8AFA-10DACB56A987}" presName="connectorText" presStyleLbl="sibTrans1D1" presStyleIdx="0" presStyleCnt="3"/>
      <dgm:spPr/>
    </dgm:pt>
    <dgm:pt modelId="{BA381D93-2E54-4892-A69D-1D6CE611B3E1}" type="pres">
      <dgm:prSet presAssocID="{69350FAF-4809-48B2-88E0-C3F3675D6EC0}" presName="node" presStyleLbl="node1" presStyleIdx="1" presStyleCnt="4" custScaleY="126859">
        <dgm:presLayoutVars>
          <dgm:bulletEnabled val="1"/>
        </dgm:presLayoutVars>
      </dgm:prSet>
      <dgm:spPr/>
    </dgm:pt>
    <dgm:pt modelId="{58564CD3-EA53-4A9E-B5BE-1C9B052261BE}" type="pres">
      <dgm:prSet presAssocID="{57F4AA9A-A32F-4758-AD90-399A965D161E}" presName="sibTrans" presStyleLbl="sibTrans1D1" presStyleIdx="1" presStyleCnt="3"/>
      <dgm:spPr/>
    </dgm:pt>
    <dgm:pt modelId="{F3506BD8-3093-4554-99B8-EED71F105BE2}" type="pres">
      <dgm:prSet presAssocID="{57F4AA9A-A32F-4758-AD90-399A965D161E}" presName="connectorText" presStyleLbl="sibTrans1D1" presStyleIdx="1" presStyleCnt="3"/>
      <dgm:spPr/>
    </dgm:pt>
    <dgm:pt modelId="{785F2862-47C7-4964-9F75-3EFB5F91ACE6}" type="pres">
      <dgm:prSet presAssocID="{605724D1-4F51-46FB-A1CD-627125496033}" presName="node" presStyleLbl="node1" presStyleIdx="2" presStyleCnt="4" custScaleY="121528" custLinFactNeighborY="776">
        <dgm:presLayoutVars>
          <dgm:bulletEnabled val="1"/>
        </dgm:presLayoutVars>
      </dgm:prSet>
      <dgm:spPr/>
    </dgm:pt>
    <dgm:pt modelId="{3E5BD702-4C5C-4FF4-BD8E-7E2B9B205E5D}" type="pres">
      <dgm:prSet presAssocID="{123463E1-24F7-4739-9601-D26D4C235B1D}" presName="sibTrans" presStyleLbl="sibTrans1D1" presStyleIdx="2" presStyleCnt="3"/>
      <dgm:spPr/>
    </dgm:pt>
    <dgm:pt modelId="{A8A80CE0-04C5-4264-BA0F-AA554C76FA67}" type="pres">
      <dgm:prSet presAssocID="{123463E1-24F7-4739-9601-D26D4C235B1D}" presName="connectorText" presStyleLbl="sibTrans1D1" presStyleIdx="2" presStyleCnt="3"/>
      <dgm:spPr/>
    </dgm:pt>
    <dgm:pt modelId="{7C8BEE69-A5C0-40F1-BF1C-383CAD7CD6FE}" type="pres">
      <dgm:prSet presAssocID="{3DEF087C-3088-4D9B-87C8-64B86C2A737D}" presName="node" presStyleLbl="node1" presStyleIdx="3" presStyleCnt="4" custScaleY="122182">
        <dgm:presLayoutVars>
          <dgm:bulletEnabled val="1"/>
        </dgm:presLayoutVars>
      </dgm:prSet>
      <dgm:spPr/>
    </dgm:pt>
  </dgm:ptLst>
  <dgm:cxnLst>
    <dgm:cxn modelId="{CFCF5E27-9B46-471F-8835-D416E433B23E}" type="presOf" srcId="{25FE5632-4454-4B9C-8AFA-10DACB56A987}" destId="{12733A4A-599B-4D9E-9F78-24EC2396F7D6}" srcOrd="0" destOrd="0" presId="urn:microsoft.com/office/officeart/2016/7/layout/RepeatingBendingProcessNew"/>
    <dgm:cxn modelId="{ACD98D33-BD34-405F-816F-E8E4FA972521}" type="presOf" srcId="{123463E1-24F7-4739-9601-D26D4C235B1D}" destId="{A8A80CE0-04C5-4264-BA0F-AA554C76FA67}" srcOrd="1" destOrd="0" presId="urn:microsoft.com/office/officeart/2016/7/layout/RepeatingBendingProcessNew"/>
    <dgm:cxn modelId="{BF897339-6144-4EC8-9A09-D5053EA34E4D}" type="presOf" srcId="{CD0D0531-E14F-45A8-B21B-639023F0F572}" destId="{77EC6822-C0C2-4FE4-8297-B7B29261E47F}" srcOrd="0" destOrd="0" presId="urn:microsoft.com/office/officeart/2016/7/layout/RepeatingBendingProcessNew"/>
    <dgm:cxn modelId="{BDCB2368-90E6-4AAF-B733-0C8921313F8F}" type="presOf" srcId="{69350FAF-4809-48B2-88E0-C3F3675D6EC0}" destId="{BA381D93-2E54-4892-A69D-1D6CE611B3E1}" srcOrd="0" destOrd="0" presId="urn:microsoft.com/office/officeart/2016/7/layout/RepeatingBendingProcessNew"/>
    <dgm:cxn modelId="{09128186-6F01-44AA-AC34-4760D16E7D21}" type="presOf" srcId="{6B813D28-F0C1-4153-BBE3-45EAC4F79189}" destId="{1137FF2D-AA58-4E33-ADAA-593A8368F30E}" srcOrd="0" destOrd="0" presId="urn:microsoft.com/office/officeart/2016/7/layout/RepeatingBendingProcessNew"/>
    <dgm:cxn modelId="{24DDAF93-CDFE-4240-AA42-CE622B8FC1B9}" type="presOf" srcId="{25FE5632-4454-4B9C-8AFA-10DACB56A987}" destId="{4F72E250-9161-4F4C-BB4D-DBF91F04C8DF}" srcOrd="1" destOrd="0" presId="urn:microsoft.com/office/officeart/2016/7/layout/RepeatingBendingProcessNew"/>
    <dgm:cxn modelId="{64838B98-B50A-4039-8A2F-7320F1865D6D}" type="presOf" srcId="{57F4AA9A-A32F-4758-AD90-399A965D161E}" destId="{F3506BD8-3093-4554-99B8-EED71F105BE2}" srcOrd="1" destOrd="0" presId="urn:microsoft.com/office/officeart/2016/7/layout/RepeatingBendingProcessNew"/>
    <dgm:cxn modelId="{084C579C-5044-46AC-B624-B903824ED82C}" srcId="{6B813D28-F0C1-4153-BBE3-45EAC4F79189}" destId="{CD0D0531-E14F-45A8-B21B-639023F0F572}" srcOrd="0" destOrd="0" parTransId="{5D3349D6-E07A-43A6-AC5B-F3A194AD7741}" sibTransId="{25FE5632-4454-4B9C-8AFA-10DACB56A987}"/>
    <dgm:cxn modelId="{594974AD-2D72-4084-88AE-F7B31F38F9BE}" type="presOf" srcId="{123463E1-24F7-4739-9601-D26D4C235B1D}" destId="{3E5BD702-4C5C-4FF4-BD8E-7E2B9B205E5D}" srcOrd="0" destOrd="0" presId="urn:microsoft.com/office/officeart/2016/7/layout/RepeatingBendingProcessNew"/>
    <dgm:cxn modelId="{AFB51FB9-08E0-46B1-A48D-9EFD1C7A6BD6}" type="presOf" srcId="{57F4AA9A-A32F-4758-AD90-399A965D161E}" destId="{58564CD3-EA53-4A9E-B5BE-1C9B052261BE}" srcOrd="0" destOrd="0" presId="urn:microsoft.com/office/officeart/2016/7/layout/RepeatingBendingProcessNew"/>
    <dgm:cxn modelId="{A35BC4C5-4B0B-4375-AABE-BE9AA513A271}" srcId="{6B813D28-F0C1-4153-BBE3-45EAC4F79189}" destId="{69350FAF-4809-48B2-88E0-C3F3675D6EC0}" srcOrd="1" destOrd="0" parTransId="{B39FC6F5-2DE5-4CB5-9111-834E57E5417E}" sibTransId="{57F4AA9A-A32F-4758-AD90-399A965D161E}"/>
    <dgm:cxn modelId="{DB9917C9-2366-476F-8D7B-15D4A567FF88}" srcId="{6B813D28-F0C1-4153-BBE3-45EAC4F79189}" destId="{3DEF087C-3088-4D9B-87C8-64B86C2A737D}" srcOrd="3" destOrd="0" parTransId="{1EB0D34A-F91C-43E9-99EB-945E1B7EA1BF}" sibTransId="{D0C91208-8439-47C5-B526-05092F88D05D}"/>
    <dgm:cxn modelId="{7A1BE0D1-C25C-4607-9716-E151C8645004}" type="presOf" srcId="{605724D1-4F51-46FB-A1CD-627125496033}" destId="{785F2862-47C7-4964-9F75-3EFB5F91ACE6}" srcOrd="0" destOrd="0" presId="urn:microsoft.com/office/officeart/2016/7/layout/RepeatingBendingProcessNew"/>
    <dgm:cxn modelId="{651250D7-BB7D-4AF9-B81E-70229C8A1C61}" srcId="{6B813D28-F0C1-4153-BBE3-45EAC4F79189}" destId="{605724D1-4F51-46FB-A1CD-627125496033}" srcOrd="2" destOrd="0" parTransId="{DB067936-4D01-47A7-975F-9FF60CF67C73}" sibTransId="{123463E1-24F7-4739-9601-D26D4C235B1D}"/>
    <dgm:cxn modelId="{A0C962DE-86EC-4BF9-A147-515532076442}" type="presOf" srcId="{3DEF087C-3088-4D9B-87C8-64B86C2A737D}" destId="{7C8BEE69-A5C0-40F1-BF1C-383CAD7CD6FE}" srcOrd="0" destOrd="0" presId="urn:microsoft.com/office/officeart/2016/7/layout/RepeatingBendingProcessNew"/>
    <dgm:cxn modelId="{D9667D9D-4046-43DD-A10F-672D22DEED3C}" type="presParOf" srcId="{1137FF2D-AA58-4E33-ADAA-593A8368F30E}" destId="{77EC6822-C0C2-4FE4-8297-B7B29261E47F}" srcOrd="0" destOrd="0" presId="urn:microsoft.com/office/officeart/2016/7/layout/RepeatingBendingProcessNew"/>
    <dgm:cxn modelId="{C7A37A9E-E476-43B8-9BFA-88AB0216623C}" type="presParOf" srcId="{1137FF2D-AA58-4E33-ADAA-593A8368F30E}" destId="{12733A4A-599B-4D9E-9F78-24EC2396F7D6}" srcOrd="1" destOrd="0" presId="urn:microsoft.com/office/officeart/2016/7/layout/RepeatingBendingProcessNew"/>
    <dgm:cxn modelId="{656561F4-D789-4905-936F-DCE798F73D47}" type="presParOf" srcId="{12733A4A-599B-4D9E-9F78-24EC2396F7D6}" destId="{4F72E250-9161-4F4C-BB4D-DBF91F04C8DF}" srcOrd="0" destOrd="0" presId="urn:microsoft.com/office/officeart/2016/7/layout/RepeatingBendingProcessNew"/>
    <dgm:cxn modelId="{2D8F0B51-75C5-4981-9E17-B5A5D058A4CD}" type="presParOf" srcId="{1137FF2D-AA58-4E33-ADAA-593A8368F30E}" destId="{BA381D93-2E54-4892-A69D-1D6CE611B3E1}" srcOrd="2" destOrd="0" presId="urn:microsoft.com/office/officeart/2016/7/layout/RepeatingBendingProcessNew"/>
    <dgm:cxn modelId="{FD0B4152-8902-4BAE-A17C-82F727B927CF}" type="presParOf" srcId="{1137FF2D-AA58-4E33-ADAA-593A8368F30E}" destId="{58564CD3-EA53-4A9E-B5BE-1C9B052261BE}" srcOrd="3" destOrd="0" presId="urn:microsoft.com/office/officeart/2016/7/layout/RepeatingBendingProcessNew"/>
    <dgm:cxn modelId="{742A0E67-CBE2-4053-AA70-5EFB56C6E7BC}" type="presParOf" srcId="{58564CD3-EA53-4A9E-B5BE-1C9B052261BE}" destId="{F3506BD8-3093-4554-99B8-EED71F105BE2}" srcOrd="0" destOrd="0" presId="urn:microsoft.com/office/officeart/2016/7/layout/RepeatingBendingProcessNew"/>
    <dgm:cxn modelId="{431E3B0D-9639-423B-892E-79F5DFB34879}" type="presParOf" srcId="{1137FF2D-AA58-4E33-ADAA-593A8368F30E}" destId="{785F2862-47C7-4964-9F75-3EFB5F91ACE6}" srcOrd="4" destOrd="0" presId="urn:microsoft.com/office/officeart/2016/7/layout/RepeatingBendingProcessNew"/>
    <dgm:cxn modelId="{E0835F94-BBC5-4DEF-BC9F-B8EFC74731F6}" type="presParOf" srcId="{1137FF2D-AA58-4E33-ADAA-593A8368F30E}" destId="{3E5BD702-4C5C-4FF4-BD8E-7E2B9B205E5D}" srcOrd="5" destOrd="0" presId="urn:microsoft.com/office/officeart/2016/7/layout/RepeatingBendingProcessNew"/>
    <dgm:cxn modelId="{C354D913-9F8B-4AF6-9828-4162ECB4F211}" type="presParOf" srcId="{3E5BD702-4C5C-4FF4-BD8E-7E2B9B205E5D}" destId="{A8A80CE0-04C5-4264-BA0F-AA554C76FA67}" srcOrd="0" destOrd="0" presId="urn:microsoft.com/office/officeart/2016/7/layout/RepeatingBendingProcessNew"/>
    <dgm:cxn modelId="{9EBF40E6-E0B2-438C-87F9-B09B28B66DD5}" type="presParOf" srcId="{1137FF2D-AA58-4E33-ADAA-593A8368F30E}" destId="{7C8BEE69-A5C0-40F1-BF1C-383CAD7CD6FE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4BFEF8-8BF7-40D6-BA8B-796AA4C91F4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97EBDF4-6106-4BC0-97C4-AC8956B5FBFF}">
      <dgm:prSet/>
      <dgm:spPr/>
      <dgm:t>
        <a:bodyPr/>
        <a:lstStyle/>
        <a:p>
          <a:r>
            <a:rPr lang="en-US" dirty="0"/>
            <a:t>1. Preparation: Review entire DAAS structure and gather resources</a:t>
          </a:r>
        </a:p>
      </dgm:t>
    </dgm:pt>
    <dgm:pt modelId="{9D141F4C-4B99-482E-B1E6-54C4E785A77B}" type="parTrans" cxnId="{4EAD0FC8-91BE-48C6-8783-211839A73246}">
      <dgm:prSet/>
      <dgm:spPr/>
      <dgm:t>
        <a:bodyPr/>
        <a:lstStyle/>
        <a:p>
          <a:endParaRPr lang="en-US"/>
        </a:p>
      </dgm:t>
    </dgm:pt>
    <dgm:pt modelId="{B9A00E6E-F576-4BF0-A8B2-28BB7D6BB53E}" type="sibTrans" cxnId="{4EAD0FC8-91BE-48C6-8783-211839A73246}">
      <dgm:prSet/>
      <dgm:spPr/>
      <dgm:t>
        <a:bodyPr/>
        <a:lstStyle/>
        <a:p>
          <a:endParaRPr lang="en-US"/>
        </a:p>
      </dgm:t>
    </dgm:pt>
    <dgm:pt modelId="{DBBF1D9D-ED3E-4ACD-9983-C50287A4C669}">
      <dgm:prSet/>
      <dgm:spPr/>
      <dgm:t>
        <a:bodyPr/>
        <a:lstStyle/>
        <a:p>
          <a:r>
            <a:rPr lang="en-US"/>
            <a:t>2. Branch Creation: Create daas-v3.0-migration-test branch (GitHub GUI)</a:t>
          </a:r>
        </a:p>
      </dgm:t>
    </dgm:pt>
    <dgm:pt modelId="{D8086C18-77B1-4604-A0CC-A865F3BE81C4}" type="parTrans" cxnId="{2284CD12-8CFC-43FC-B918-EA88104D5328}">
      <dgm:prSet/>
      <dgm:spPr/>
      <dgm:t>
        <a:bodyPr/>
        <a:lstStyle/>
        <a:p>
          <a:endParaRPr lang="en-US"/>
        </a:p>
      </dgm:t>
    </dgm:pt>
    <dgm:pt modelId="{3DB7EAD5-6480-4C5C-B635-511D4D69E403}" type="sibTrans" cxnId="{2284CD12-8CFC-43FC-B918-EA88104D5328}">
      <dgm:prSet/>
      <dgm:spPr/>
      <dgm:t>
        <a:bodyPr/>
        <a:lstStyle/>
        <a:p>
          <a:endParaRPr lang="en-US"/>
        </a:p>
      </dgm:t>
    </dgm:pt>
    <dgm:pt modelId="{0A0B844F-0DDB-408E-96AB-D9614813A53C}">
      <dgm:prSet/>
      <dgm:spPr/>
      <dgm:t>
        <a:bodyPr/>
        <a:lstStyle/>
        <a:p>
          <a:r>
            <a:rPr lang="en-US" dirty="0"/>
            <a:t>3. Directory Setup: Add SA_AI_NR_K456_MonitoringDAAS_511/</a:t>
          </a:r>
        </a:p>
      </dgm:t>
    </dgm:pt>
    <dgm:pt modelId="{6B89FCBD-3C25-42D1-825F-28CE25490604}" type="parTrans" cxnId="{A2B0F52F-BC2D-4905-AB56-AAC6EA601681}">
      <dgm:prSet/>
      <dgm:spPr/>
      <dgm:t>
        <a:bodyPr/>
        <a:lstStyle/>
        <a:p>
          <a:endParaRPr lang="en-US"/>
        </a:p>
      </dgm:t>
    </dgm:pt>
    <dgm:pt modelId="{4C05307E-1A13-4150-80CC-D57DD46C09DD}" type="sibTrans" cxnId="{A2B0F52F-BC2D-4905-AB56-AAC6EA601681}">
      <dgm:prSet/>
      <dgm:spPr/>
      <dgm:t>
        <a:bodyPr/>
        <a:lstStyle/>
        <a:p>
          <a:endParaRPr lang="en-US"/>
        </a:p>
      </dgm:t>
    </dgm:pt>
    <dgm:pt modelId="{3BC8117E-583C-4B01-8A49-110AF87EFBEC}">
      <dgm:prSet/>
      <dgm:spPr/>
      <dgm:t>
        <a:bodyPr/>
        <a:lstStyle/>
        <a:p>
          <a:r>
            <a:rPr lang="en-US" dirty="0"/>
            <a:t>4. File Migration: Copy/update subfolders and files</a:t>
          </a:r>
        </a:p>
      </dgm:t>
    </dgm:pt>
    <dgm:pt modelId="{F2EE6E65-B1A2-4382-86EF-59D5EA1CD7EE}" type="parTrans" cxnId="{BDB641C1-9271-49E5-8BCC-84515A13CB2C}">
      <dgm:prSet/>
      <dgm:spPr/>
      <dgm:t>
        <a:bodyPr/>
        <a:lstStyle/>
        <a:p>
          <a:endParaRPr lang="en-US"/>
        </a:p>
      </dgm:t>
    </dgm:pt>
    <dgm:pt modelId="{22BF00D2-AE68-4116-A587-2E6ABB0ED933}" type="sibTrans" cxnId="{BDB641C1-9271-49E5-8BCC-84515A13CB2C}">
      <dgm:prSet/>
      <dgm:spPr/>
      <dgm:t>
        <a:bodyPr/>
        <a:lstStyle/>
        <a:p>
          <a:endParaRPr lang="en-US"/>
        </a:p>
      </dgm:t>
    </dgm:pt>
    <dgm:pt modelId="{2E6A21E9-1D31-48F4-8AEA-F873A68BFED6}">
      <dgm:prSet/>
      <dgm:spPr/>
      <dgm:t>
        <a:bodyPr/>
        <a:lstStyle/>
        <a:p>
          <a:r>
            <a:rPr lang="en-US" dirty="0"/>
            <a:t>5. Testing: Deploy and validate scripts/configs/integrations(</a:t>
          </a:r>
          <a:r>
            <a:rPr lang="en-US" dirty="0" err="1"/>
            <a:t>inputs,outputs,props,transforms</a:t>
          </a:r>
          <a:r>
            <a:rPr lang="en-US" dirty="0"/>
            <a:t>, indexes, metadata</a:t>
          </a:r>
        </a:p>
      </dgm:t>
    </dgm:pt>
    <dgm:pt modelId="{A58E133B-0096-4908-9E63-37A56BA4E77B}" type="parTrans" cxnId="{0696A342-DB15-46CB-8C19-7A93E1720E29}">
      <dgm:prSet/>
      <dgm:spPr/>
      <dgm:t>
        <a:bodyPr/>
        <a:lstStyle/>
        <a:p>
          <a:endParaRPr lang="en-US"/>
        </a:p>
      </dgm:t>
    </dgm:pt>
    <dgm:pt modelId="{EE95F05D-8C8E-4FA2-9099-970CC28D8353}" type="sibTrans" cxnId="{0696A342-DB15-46CB-8C19-7A93E1720E29}">
      <dgm:prSet/>
      <dgm:spPr/>
      <dgm:t>
        <a:bodyPr/>
        <a:lstStyle/>
        <a:p>
          <a:endParaRPr lang="en-US"/>
        </a:p>
      </dgm:t>
    </dgm:pt>
    <dgm:pt modelId="{4EC5DC0E-3D0C-4C7D-A8A5-47E8C603306C}">
      <dgm:prSet/>
      <dgm:spPr/>
      <dgm:t>
        <a:bodyPr/>
        <a:lstStyle/>
        <a:p>
          <a:r>
            <a:rPr lang="en-US" dirty="0"/>
            <a:t>6. Review: Entire DAAS -v2.5 &amp; DAAS-3.0 structure review, data points validation in both environment</a:t>
          </a:r>
        </a:p>
      </dgm:t>
    </dgm:pt>
    <dgm:pt modelId="{87641472-34C2-4326-8BE4-A2E9A8704C37}" type="parTrans" cxnId="{1BC41CAD-C3EA-4D04-BFAE-A2ED9AB9F3EE}">
      <dgm:prSet/>
      <dgm:spPr/>
      <dgm:t>
        <a:bodyPr/>
        <a:lstStyle/>
        <a:p>
          <a:endParaRPr lang="en-US"/>
        </a:p>
      </dgm:t>
    </dgm:pt>
    <dgm:pt modelId="{1873911C-B04C-4592-BBFB-0CFC8772896A}" type="sibTrans" cxnId="{1BC41CAD-C3EA-4D04-BFAE-A2ED9AB9F3EE}">
      <dgm:prSet/>
      <dgm:spPr/>
      <dgm:t>
        <a:bodyPr/>
        <a:lstStyle/>
        <a:p>
          <a:endParaRPr lang="en-US"/>
        </a:p>
      </dgm:t>
    </dgm:pt>
    <dgm:pt modelId="{46805D4F-5C8E-43EE-BDAF-45DFBB25DDFB}">
      <dgm:prSet/>
      <dgm:spPr/>
      <dgm:t>
        <a:bodyPr/>
        <a:lstStyle/>
        <a:p>
          <a:r>
            <a:rPr lang="en-US" dirty="0"/>
            <a:t>7. Merge: Merge test branch into main</a:t>
          </a:r>
        </a:p>
      </dgm:t>
    </dgm:pt>
    <dgm:pt modelId="{5F4A72D7-604A-47BE-95D1-C76A232B5F9C}" type="parTrans" cxnId="{0E27E221-0C1A-43DA-9AEA-1CD50DDD5631}">
      <dgm:prSet/>
      <dgm:spPr/>
      <dgm:t>
        <a:bodyPr/>
        <a:lstStyle/>
        <a:p>
          <a:endParaRPr lang="en-US"/>
        </a:p>
      </dgm:t>
    </dgm:pt>
    <dgm:pt modelId="{B5BFACA1-9854-45B3-AD74-DC0F1E40BD29}" type="sibTrans" cxnId="{0E27E221-0C1A-43DA-9AEA-1CD50DDD5631}">
      <dgm:prSet/>
      <dgm:spPr/>
      <dgm:t>
        <a:bodyPr/>
        <a:lstStyle/>
        <a:p>
          <a:endParaRPr lang="en-US"/>
        </a:p>
      </dgm:t>
    </dgm:pt>
    <dgm:pt modelId="{3A22C3ED-89D1-4204-94EE-A12E55A033FE}" type="pres">
      <dgm:prSet presAssocID="{A84BFEF8-8BF7-40D6-BA8B-796AA4C91F49}" presName="Name0" presStyleCnt="0">
        <dgm:presLayoutVars>
          <dgm:dir/>
          <dgm:resizeHandles val="exact"/>
        </dgm:presLayoutVars>
      </dgm:prSet>
      <dgm:spPr/>
    </dgm:pt>
    <dgm:pt modelId="{81804CC5-E3EB-4489-9D80-0A79FA8A275F}" type="pres">
      <dgm:prSet presAssocID="{997EBDF4-6106-4BC0-97C4-AC8956B5FBFF}" presName="node" presStyleLbl="node1" presStyleIdx="0" presStyleCnt="7">
        <dgm:presLayoutVars>
          <dgm:bulletEnabled val="1"/>
        </dgm:presLayoutVars>
      </dgm:prSet>
      <dgm:spPr/>
    </dgm:pt>
    <dgm:pt modelId="{C0865FBF-2A18-41DD-9735-F400C0ACE3CE}" type="pres">
      <dgm:prSet presAssocID="{B9A00E6E-F576-4BF0-A8B2-28BB7D6BB53E}" presName="sibTrans" presStyleLbl="sibTrans1D1" presStyleIdx="0" presStyleCnt="6"/>
      <dgm:spPr/>
    </dgm:pt>
    <dgm:pt modelId="{FD43E5C4-3DA8-49B7-85CB-48C6519ABC54}" type="pres">
      <dgm:prSet presAssocID="{B9A00E6E-F576-4BF0-A8B2-28BB7D6BB53E}" presName="connectorText" presStyleLbl="sibTrans1D1" presStyleIdx="0" presStyleCnt="6"/>
      <dgm:spPr/>
    </dgm:pt>
    <dgm:pt modelId="{080CBA5F-DFFD-4BA7-B307-F339AD9BEB4F}" type="pres">
      <dgm:prSet presAssocID="{DBBF1D9D-ED3E-4ACD-9983-C50287A4C669}" presName="node" presStyleLbl="node1" presStyleIdx="1" presStyleCnt="7">
        <dgm:presLayoutVars>
          <dgm:bulletEnabled val="1"/>
        </dgm:presLayoutVars>
      </dgm:prSet>
      <dgm:spPr/>
    </dgm:pt>
    <dgm:pt modelId="{4A133DC9-969F-4E4C-ABC0-7F546F04B1FD}" type="pres">
      <dgm:prSet presAssocID="{3DB7EAD5-6480-4C5C-B635-511D4D69E403}" presName="sibTrans" presStyleLbl="sibTrans1D1" presStyleIdx="1" presStyleCnt="6"/>
      <dgm:spPr/>
    </dgm:pt>
    <dgm:pt modelId="{011DF7EE-9004-4510-AF7A-49C01EB7EF7A}" type="pres">
      <dgm:prSet presAssocID="{3DB7EAD5-6480-4C5C-B635-511D4D69E403}" presName="connectorText" presStyleLbl="sibTrans1D1" presStyleIdx="1" presStyleCnt="6"/>
      <dgm:spPr/>
    </dgm:pt>
    <dgm:pt modelId="{E698219D-C881-4C9F-BE8F-4C3EC22E8AA0}" type="pres">
      <dgm:prSet presAssocID="{0A0B844F-0DDB-408E-96AB-D9614813A53C}" presName="node" presStyleLbl="node1" presStyleIdx="2" presStyleCnt="7">
        <dgm:presLayoutVars>
          <dgm:bulletEnabled val="1"/>
        </dgm:presLayoutVars>
      </dgm:prSet>
      <dgm:spPr/>
    </dgm:pt>
    <dgm:pt modelId="{CA2EC072-B532-4693-8A91-F844BFCEEA96}" type="pres">
      <dgm:prSet presAssocID="{4C05307E-1A13-4150-80CC-D57DD46C09DD}" presName="sibTrans" presStyleLbl="sibTrans1D1" presStyleIdx="2" presStyleCnt="6"/>
      <dgm:spPr/>
    </dgm:pt>
    <dgm:pt modelId="{1F8F9CBF-6A98-44A8-9199-5BFC32E089E1}" type="pres">
      <dgm:prSet presAssocID="{4C05307E-1A13-4150-80CC-D57DD46C09DD}" presName="connectorText" presStyleLbl="sibTrans1D1" presStyleIdx="2" presStyleCnt="6"/>
      <dgm:spPr/>
    </dgm:pt>
    <dgm:pt modelId="{2E8E6D1C-973F-4580-A510-D1F5ECE53C15}" type="pres">
      <dgm:prSet presAssocID="{3BC8117E-583C-4B01-8A49-110AF87EFBEC}" presName="node" presStyleLbl="node1" presStyleIdx="3" presStyleCnt="7">
        <dgm:presLayoutVars>
          <dgm:bulletEnabled val="1"/>
        </dgm:presLayoutVars>
      </dgm:prSet>
      <dgm:spPr/>
    </dgm:pt>
    <dgm:pt modelId="{234A365C-EF3B-4D90-912D-A83E58380165}" type="pres">
      <dgm:prSet presAssocID="{22BF00D2-AE68-4116-A587-2E6ABB0ED933}" presName="sibTrans" presStyleLbl="sibTrans1D1" presStyleIdx="3" presStyleCnt="6"/>
      <dgm:spPr/>
    </dgm:pt>
    <dgm:pt modelId="{7AA19D26-88E7-44FB-9CF8-490201A23837}" type="pres">
      <dgm:prSet presAssocID="{22BF00D2-AE68-4116-A587-2E6ABB0ED933}" presName="connectorText" presStyleLbl="sibTrans1D1" presStyleIdx="3" presStyleCnt="6"/>
      <dgm:spPr/>
    </dgm:pt>
    <dgm:pt modelId="{70EFCE66-5928-4BCC-BFBA-F1C0113D94B0}" type="pres">
      <dgm:prSet presAssocID="{2E6A21E9-1D31-48F4-8AEA-F873A68BFED6}" presName="node" presStyleLbl="node1" presStyleIdx="4" presStyleCnt="7">
        <dgm:presLayoutVars>
          <dgm:bulletEnabled val="1"/>
        </dgm:presLayoutVars>
      </dgm:prSet>
      <dgm:spPr/>
    </dgm:pt>
    <dgm:pt modelId="{8BA2E770-44C3-4553-8BD0-0ADFF2B5A00C}" type="pres">
      <dgm:prSet presAssocID="{EE95F05D-8C8E-4FA2-9099-970CC28D8353}" presName="sibTrans" presStyleLbl="sibTrans1D1" presStyleIdx="4" presStyleCnt="6"/>
      <dgm:spPr/>
    </dgm:pt>
    <dgm:pt modelId="{36142203-0AB1-4C68-B547-AC042DBBF57C}" type="pres">
      <dgm:prSet presAssocID="{EE95F05D-8C8E-4FA2-9099-970CC28D8353}" presName="connectorText" presStyleLbl="sibTrans1D1" presStyleIdx="4" presStyleCnt="6"/>
      <dgm:spPr/>
    </dgm:pt>
    <dgm:pt modelId="{0369562A-D35A-4115-8B21-9BFF5C2B1E1F}" type="pres">
      <dgm:prSet presAssocID="{4EC5DC0E-3D0C-4C7D-A8A5-47E8C603306C}" presName="node" presStyleLbl="node1" presStyleIdx="5" presStyleCnt="7">
        <dgm:presLayoutVars>
          <dgm:bulletEnabled val="1"/>
        </dgm:presLayoutVars>
      </dgm:prSet>
      <dgm:spPr/>
    </dgm:pt>
    <dgm:pt modelId="{B1EADFBC-255D-4313-B0E6-71836F19D573}" type="pres">
      <dgm:prSet presAssocID="{1873911C-B04C-4592-BBFB-0CFC8772896A}" presName="sibTrans" presStyleLbl="sibTrans1D1" presStyleIdx="5" presStyleCnt="6"/>
      <dgm:spPr/>
    </dgm:pt>
    <dgm:pt modelId="{BD4CAD01-2F61-4FA4-A1A0-733B1B5F5C8E}" type="pres">
      <dgm:prSet presAssocID="{1873911C-B04C-4592-BBFB-0CFC8772896A}" presName="connectorText" presStyleLbl="sibTrans1D1" presStyleIdx="5" presStyleCnt="6"/>
      <dgm:spPr/>
    </dgm:pt>
    <dgm:pt modelId="{FB71B9C2-E86F-4509-9849-15E627D1D406}" type="pres">
      <dgm:prSet presAssocID="{46805D4F-5C8E-43EE-BDAF-45DFBB25DDFB}" presName="node" presStyleLbl="node1" presStyleIdx="6" presStyleCnt="7">
        <dgm:presLayoutVars>
          <dgm:bulletEnabled val="1"/>
        </dgm:presLayoutVars>
      </dgm:prSet>
      <dgm:spPr/>
    </dgm:pt>
  </dgm:ptLst>
  <dgm:cxnLst>
    <dgm:cxn modelId="{92CFAA03-F4BC-4BCC-A133-1083491CF90B}" type="presOf" srcId="{4C05307E-1A13-4150-80CC-D57DD46C09DD}" destId="{CA2EC072-B532-4693-8A91-F844BFCEEA96}" srcOrd="0" destOrd="0" presId="urn:microsoft.com/office/officeart/2016/7/layout/RepeatingBendingProcessNew"/>
    <dgm:cxn modelId="{38D7A70F-8DBD-4351-869D-89F7B5200EDF}" type="presOf" srcId="{1873911C-B04C-4592-BBFB-0CFC8772896A}" destId="{BD4CAD01-2F61-4FA4-A1A0-733B1B5F5C8E}" srcOrd="1" destOrd="0" presId="urn:microsoft.com/office/officeart/2016/7/layout/RepeatingBendingProcessNew"/>
    <dgm:cxn modelId="{2284CD12-8CFC-43FC-B918-EA88104D5328}" srcId="{A84BFEF8-8BF7-40D6-BA8B-796AA4C91F49}" destId="{DBBF1D9D-ED3E-4ACD-9983-C50287A4C669}" srcOrd="1" destOrd="0" parTransId="{D8086C18-77B1-4604-A0CC-A865F3BE81C4}" sibTransId="{3DB7EAD5-6480-4C5C-B635-511D4D69E403}"/>
    <dgm:cxn modelId="{6BC16913-0897-4EFB-BAAC-F10FA9686FA0}" type="presOf" srcId="{4C05307E-1A13-4150-80CC-D57DD46C09DD}" destId="{1F8F9CBF-6A98-44A8-9199-5BFC32E089E1}" srcOrd="1" destOrd="0" presId="urn:microsoft.com/office/officeart/2016/7/layout/RepeatingBendingProcessNew"/>
    <dgm:cxn modelId="{0E27E221-0C1A-43DA-9AEA-1CD50DDD5631}" srcId="{A84BFEF8-8BF7-40D6-BA8B-796AA4C91F49}" destId="{46805D4F-5C8E-43EE-BDAF-45DFBB25DDFB}" srcOrd="6" destOrd="0" parTransId="{5F4A72D7-604A-47BE-95D1-C76A232B5F9C}" sibTransId="{B5BFACA1-9854-45B3-AD74-DC0F1E40BD29}"/>
    <dgm:cxn modelId="{461A5B28-DBA6-49B2-A604-C2F7C7A34903}" type="presOf" srcId="{0A0B844F-0DDB-408E-96AB-D9614813A53C}" destId="{E698219D-C881-4C9F-BE8F-4C3EC22E8AA0}" srcOrd="0" destOrd="0" presId="urn:microsoft.com/office/officeart/2016/7/layout/RepeatingBendingProcessNew"/>
    <dgm:cxn modelId="{37A5E32F-DB90-44E6-89EE-57737C85A8AA}" type="presOf" srcId="{2E6A21E9-1D31-48F4-8AEA-F873A68BFED6}" destId="{70EFCE66-5928-4BCC-BFBA-F1C0113D94B0}" srcOrd="0" destOrd="0" presId="urn:microsoft.com/office/officeart/2016/7/layout/RepeatingBendingProcessNew"/>
    <dgm:cxn modelId="{A2B0F52F-BC2D-4905-AB56-AAC6EA601681}" srcId="{A84BFEF8-8BF7-40D6-BA8B-796AA4C91F49}" destId="{0A0B844F-0DDB-408E-96AB-D9614813A53C}" srcOrd="2" destOrd="0" parTransId="{6B89FCBD-3C25-42D1-825F-28CE25490604}" sibTransId="{4C05307E-1A13-4150-80CC-D57DD46C09DD}"/>
    <dgm:cxn modelId="{8E13CA32-BE6A-4A45-B93B-281A174756ED}" type="presOf" srcId="{B9A00E6E-F576-4BF0-A8B2-28BB7D6BB53E}" destId="{C0865FBF-2A18-41DD-9735-F400C0ACE3CE}" srcOrd="0" destOrd="0" presId="urn:microsoft.com/office/officeart/2016/7/layout/RepeatingBendingProcessNew"/>
    <dgm:cxn modelId="{0D8F7D35-3D5D-4E71-B8E1-6A8BD068B46F}" type="presOf" srcId="{997EBDF4-6106-4BC0-97C4-AC8956B5FBFF}" destId="{81804CC5-E3EB-4489-9D80-0A79FA8A275F}" srcOrd="0" destOrd="0" presId="urn:microsoft.com/office/officeart/2016/7/layout/RepeatingBendingProcessNew"/>
    <dgm:cxn modelId="{82980637-161D-4E63-94F4-9CD44523ACE4}" type="presOf" srcId="{22BF00D2-AE68-4116-A587-2E6ABB0ED933}" destId="{7AA19D26-88E7-44FB-9CF8-490201A23837}" srcOrd="1" destOrd="0" presId="urn:microsoft.com/office/officeart/2016/7/layout/RepeatingBendingProcessNew"/>
    <dgm:cxn modelId="{3895715C-E546-4C84-AE9A-D28071F011F8}" type="presOf" srcId="{3BC8117E-583C-4B01-8A49-110AF87EFBEC}" destId="{2E8E6D1C-973F-4580-A510-D1F5ECE53C15}" srcOrd="0" destOrd="0" presId="urn:microsoft.com/office/officeart/2016/7/layout/RepeatingBendingProcessNew"/>
    <dgm:cxn modelId="{0696A342-DB15-46CB-8C19-7A93E1720E29}" srcId="{A84BFEF8-8BF7-40D6-BA8B-796AA4C91F49}" destId="{2E6A21E9-1D31-48F4-8AEA-F873A68BFED6}" srcOrd="4" destOrd="0" parTransId="{A58E133B-0096-4908-9E63-37A56BA4E77B}" sibTransId="{EE95F05D-8C8E-4FA2-9099-970CC28D8353}"/>
    <dgm:cxn modelId="{8BE63D46-B2C8-4208-B90B-A891C436A79A}" type="presOf" srcId="{A84BFEF8-8BF7-40D6-BA8B-796AA4C91F49}" destId="{3A22C3ED-89D1-4204-94EE-A12E55A033FE}" srcOrd="0" destOrd="0" presId="urn:microsoft.com/office/officeart/2016/7/layout/RepeatingBendingProcessNew"/>
    <dgm:cxn modelId="{4BDA3251-35BA-42E9-AEBA-A87B96306521}" type="presOf" srcId="{EE95F05D-8C8E-4FA2-9099-970CC28D8353}" destId="{36142203-0AB1-4C68-B547-AC042DBBF57C}" srcOrd="1" destOrd="0" presId="urn:microsoft.com/office/officeart/2016/7/layout/RepeatingBendingProcessNew"/>
    <dgm:cxn modelId="{01D8BC52-51A8-411B-9BF8-B0166011E832}" type="presOf" srcId="{3DB7EAD5-6480-4C5C-B635-511D4D69E403}" destId="{4A133DC9-969F-4E4C-ABC0-7F546F04B1FD}" srcOrd="0" destOrd="0" presId="urn:microsoft.com/office/officeart/2016/7/layout/RepeatingBendingProcessNew"/>
    <dgm:cxn modelId="{8CF1BF87-A45B-4109-92C2-83919BC7E237}" type="presOf" srcId="{DBBF1D9D-ED3E-4ACD-9983-C50287A4C669}" destId="{080CBA5F-DFFD-4BA7-B307-F339AD9BEB4F}" srcOrd="0" destOrd="0" presId="urn:microsoft.com/office/officeart/2016/7/layout/RepeatingBendingProcessNew"/>
    <dgm:cxn modelId="{CE07FB8C-6B19-47F4-B3EE-303A068ED83B}" type="presOf" srcId="{4EC5DC0E-3D0C-4C7D-A8A5-47E8C603306C}" destId="{0369562A-D35A-4115-8B21-9BFF5C2B1E1F}" srcOrd="0" destOrd="0" presId="urn:microsoft.com/office/officeart/2016/7/layout/RepeatingBendingProcessNew"/>
    <dgm:cxn modelId="{F11026AA-291D-4DF5-8ADC-39BB32A0147F}" type="presOf" srcId="{3DB7EAD5-6480-4C5C-B635-511D4D69E403}" destId="{011DF7EE-9004-4510-AF7A-49C01EB7EF7A}" srcOrd="1" destOrd="0" presId="urn:microsoft.com/office/officeart/2016/7/layout/RepeatingBendingProcessNew"/>
    <dgm:cxn modelId="{1BC41CAD-C3EA-4D04-BFAE-A2ED9AB9F3EE}" srcId="{A84BFEF8-8BF7-40D6-BA8B-796AA4C91F49}" destId="{4EC5DC0E-3D0C-4C7D-A8A5-47E8C603306C}" srcOrd="5" destOrd="0" parTransId="{87641472-34C2-4326-8BE4-A2E9A8704C37}" sibTransId="{1873911C-B04C-4592-BBFB-0CFC8772896A}"/>
    <dgm:cxn modelId="{82B815B0-3CB1-4430-8087-DD5DF20A141A}" type="presOf" srcId="{46805D4F-5C8E-43EE-BDAF-45DFBB25DDFB}" destId="{FB71B9C2-E86F-4509-9849-15E627D1D406}" srcOrd="0" destOrd="0" presId="urn:microsoft.com/office/officeart/2016/7/layout/RepeatingBendingProcessNew"/>
    <dgm:cxn modelId="{DFD1B4B4-C84B-4315-8075-BB904EC3B0A7}" type="presOf" srcId="{EE95F05D-8C8E-4FA2-9099-970CC28D8353}" destId="{8BA2E770-44C3-4553-8BD0-0ADFF2B5A00C}" srcOrd="0" destOrd="0" presId="urn:microsoft.com/office/officeart/2016/7/layout/RepeatingBendingProcessNew"/>
    <dgm:cxn modelId="{BDB641C1-9271-49E5-8BCC-84515A13CB2C}" srcId="{A84BFEF8-8BF7-40D6-BA8B-796AA4C91F49}" destId="{3BC8117E-583C-4B01-8A49-110AF87EFBEC}" srcOrd="3" destOrd="0" parTransId="{F2EE6E65-B1A2-4382-86EF-59D5EA1CD7EE}" sibTransId="{22BF00D2-AE68-4116-A587-2E6ABB0ED933}"/>
    <dgm:cxn modelId="{9D44D2C7-F61A-4539-B6EE-64D7FDA9E0CF}" type="presOf" srcId="{B9A00E6E-F576-4BF0-A8B2-28BB7D6BB53E}" destId="{FD43E5C4-3DA8-49B7-85CB-48C6519ABC54}" srcOrd="1" destOrd="0" presId="urn:microsoft.com/office/officeart/2016/7/layout/RepeatingBendingProcessNew"/>
    <dgm:cxn modelId="{4EAD0FC8-91BE-48C6-8783-211839A73246}" srcId="{A84BFEF8-8BF7-40D6-BA8B-796AA4C91F49}" destId="{997EBDF4-6106-4BC0-97C4-AC8956B5FBFF}" srcOrd="0" destOrd="0" parTransId="{9D141F4C-4B99-482E-B1E6-54C4E785A77B}" sibTransId="{B9A00E6E-F576-4BF0-A8B2-28BB7D6BB53E}"/>
    <dgm:cxn modelId="{DCB6DDD4-D521-49D3-AF04-5A2B348B2845}" type="presOf" srcId="{1873911C-B04C-4592-BBFB-0CFC8772896A}" destId="{B1EADFBC-255D-4313-B0E6-71836F19D573}" srcOrd="0" destOrd="0" presId="urn:microsoft.com/office/officeart/2016/7/layout/RepeatingBendingProcessNew"/>
    <dgm:cxn modelId="{E10955F9-9A94-4988-9EA3-14FAA4C88334}" type="presOf" srcId="{22BF00D2-AE68-4116-A587-2E6ABB0ED933}" destId="{234A365C-EF3B-4D90-912D-A83E58380165}" srcOrd="0" destOrd="0" presId="urn:microsoft.com/office/officeart/2016/7/layout/RepeatingBendingProcessNew"/>
    <dgm:cxn modelId="{0AA313CD-ADA0-4DBC-A6D4-EE4DA3480856}" type="presParOf" srcId="{3A22C3ED-89D1-4204-94EE-A12E55A033FE}" destId="{81804CC5-E3EB-4489-9D80-0A79FA8A275F}" srcOrd="0" destOrd="0" presId="urn:microsoft.com/office/officeart/2016/7/layout/RepeatingBendingProcessNew"/>
    <dgm:cxn modelId="{9DD02D1F-F2DC-4606-9E37-604F5E3930E1}" type="presParOf" srcId="{3A22C3ED-89D1-4204-94EE-A12E55A033FE}" destId="{C0865FBF-2A18-41DD-9735-F400C0ACE3CE}" srcOrd="1" destOrd="0" presId="urn:microsoft.com/office/officeart/2016/7/layout/RepeatingBendingProcessNew"/>
    <dgm:cxn modelId="{A567C649-F1E7-4E33-9A86-F63157E6E722}" type="presParOf" srcId="{C0865FBF-2A18-41DD-9735-F400C0ACE3CE}" destId="{FD43E5C4-3DA8-49B7-85CB-48C6519ABC54}" srcOrd="0" destOrd="0" presId="urn:microsoft.com/office/officeart/2016/7/layout/RepeatingBendingProcessNew"/>
    <dgm:cxn modelId="{9B5AE241-7360-49A8-8B2E-CED7E27EB18C}" type="presParOf" srcId="{3A22C3ED-89D1-4204-94EE-A12E55A033FE}" destId="{080CBA5F-DFFD-4BA7-B307-F339AD9BEB4F}" srcOrd="2" destOrd="0" presId="urn:microsoft.com/office/officeart/2016/7/layout/RepeatingBendingProcessNew"/>
    <dgm:cxn modelId="{0F846E05-5143-4115-9A78-B58D702BDF01}" type="presParOf" srcId="{3A22C3ED-89D1-4204-94EE-A12E55A033FE}" destId="{4A133DC9-969F-4E4C-ABC0-7F546F04B1FD}" srcOrd="3" destOrd="0" presId="urn:microsoft.com/office/officeart/2016/7/layout/RepeatingBendingProcessNew"/>
    <dgm:cxn modelId="{0B066DFF-FAA7-4B69-906F-6EB19CEEA2CB}" type="presParOf" srcId="{4A133DC9-969F-4E4C-ABC0-7F546F04B1FD}" destId="{011DF7EE-9004-4510-AF7A-49C01EB7EF7A}" srcOrd="0" destOrd="0" presId="urn:microsoft.com/office/officeart/2016/7/layout/RepeatingBendingProcessNew"/>
    <dgm:cxn modelId="{E16C0C6D-1C3E-4F7C-A3D3-92B8E66D5FB7}" type="presParOf" srcId="{3A22C3ED-89D1-4204-94EE-A12E55A033FE}" destId="{E698219D-C881-4C9F-BE8F-4C3EC22E8AA0}" srcOrd="4" destOrd="0" presId="urn:microsoft.com/office/officeart/2016/7/layout/RepeatingBendingProcessNew"/>
    <dgm:cxn modelId="{A58C7E8A-5308-4D2C-9434-272AD635415D}" type="presParOf" srcId="{3A22C3ED-89D1-4204-94EE-A12E55A033FE}" destId="{CA2EC072-B532-4693-8A91-F844BFCEEA96}" srcOrd="5" destOrd="0" presId="urn:microsoft.com/office/officeart/2016/7/layout/RepeatingBendingProcessNew"/>
    <dgm:cxn modelId="{7B529F2D-E333-4C9A-A8B2-C2B347969442}" type="presParOf" srcId="{CA2EC072-B532-4693-8A91-F844BFCEEA96}" destId="{1F8F9CBF-6A98-44A8-9199-5BFC32E089E1}" srcOrd="0" destOrd="0" presId="urn:microsoft.com/office/officeart/2016/7/layout/RepeatingBendingProcessNew"/>
    <dgm:cxn modelId="{D9CD2B3B-F589-4ACF-9987-81DBD6B888EA}" type="presParOf" srcId="{3A22C3ED-89D1-4204-94EE-A12E55A033FE}" destId="{2E8E6D1C-973F-4580-A510-D1F5ECE53C15}" srcOrd="6" destOrd="0" presId="urn:microsoft.com/office/officeart/2016/7/layout/RepeatingBendingProcessNew"/>
    <dgm:cxn modelId="{70E76F37-945B-419C-B0E4-1B4570114F7A}" type="presParOf" srcId="{3A22C3ED-89D1-4204-94EE-A12E55A033FE}" destId="{234A365C-EF3B-4D90-912D-A83E58380165}" srcOrd="7" destOrd="0" presId="urn:microsoft.com/office/officeart/2016/7/layout/RepeatingBendingProcessNew"/>
    <dgm:cxn modelId="{7531563F-B389-4DC8-ABC7-154DC6E17977}" type="presParOf" srcId="{234A365C-EF3B-4D90-912D-A83E58380165}" destId="{7AA19D26-88E7-44FB-9CF8-490201A23837}" srcOrd="0" destOrd="0" presId="urn:microsoft.com/office/officeart/2016/7/layout/RepeatingBendingProcessNew"/>
    <dgm:cxn modelId="{796FC700-B7D3-4D5D-AB07-9A4598F0EBCC}" type="presParOf" srcId="{3A22C3ED-89D1-4204-94EE-A12E55A033FE}" destId="{70EFCE66-5928-4BCC-BFBA-F1C0113D94B0}" srcOrd="8" destOrd="0" presId="urn:microsoft.com/office/officeart/2016/7/layout/RepeatingBendingProcessNew"/>
    <dgm:cxn modelId="{6EAC3EDE-A97C-477F-93AC-1BD915CE2F1A}" type="presParOf" srcId="{3A22C3ED-89D1-4204-94EE-A12E55A033FE}" destId="{8BA2E770-44C3-4553-8BD0-0ADFF2B5A00C}" srcOrd="9" destOrd="0" presId="urn:microsoft.com/office/officeart/2016/7/layout/RepeatingBendingProcessNew"/>
    <dgm:cxn modelId="{F9B9F569-C8BF-4961-855D-80C9E29772F5}" type="presParOf" srcId="{8BA2E770-44C3-4553-8BD0-0ADFF2B5A00C}" destId="{36142203-0AB1-4C68-B547-AC042DBBF57C}" srcOrd="0" destOrd="0" presId="urn:microsoft.com/office/officeart/2016/7/layout/RepeatingBendingProcessNew"/>
    <dgm:cxn modelId="{940A846B-CEB6-44C4-B0F4-27CFE6B76B82}" type="presParOf" srcId="{3A22C3ED-89D1-4204-94EE-A12E55A033FE}" destId="{0369562A-D35A-4115-8B21-9BFF5C2B1E1F}" srcOrd="10" destOrd="0" presId="urn:microsoft.com/office/officeart/2016/7/layout/RepeatingBendingProcessNew"/>
    <dgm:cxn modelId="{8DC110C6-109E-4E65-8C10-F5C27B935CF0}" type="presParOf" srcId="{3A22C3ED-89D1-4204-94EE-A12E55A033FE}" destId="{B1EADFBC-255D-4313-B0E6-71836F19D573}" srcOrd="11" destOrd="0" presId="urn:microsoft.com/office/officeart/2016/7/layout/RepeatingBendingProcessNew"/>
    <dgm:cxn modelId="{E02E6EB4-0D18-4F1D-857B-CF407DD347D6}" type="presParOf" srcId="{B1EADFBC-255D-4313-B0E6-71836F19D573}" destId="{BD4CAD01-2F61-4FA4-A1A0-733B1B5F5C8E}" srcOrd="0" destOrd="0" presId="urn:microsoft.com/office/officeart/2016/7/layout/RepeatingBendingProcessNew"/>
    <dgm:cxn modelId="{0BA457DB-B992-4526-8438-7FE961DC9EFB}" type="presParOf" srcId="{3A22C3ED-89D1-4204-94EE-A12E55A033FE}" destId="{FB71B9C2-E86F-4509-9849-15E627D1D406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8A45B-2E46-45D3-8BAE-5E5CC1A50C9F}">
      <dsp:nvSpPr>
        <dsp:cNvPr id="0" name=""/>
        <dsp:cNvSpPr/>
      </dsp:nvSpPr>
      <dsp:spPr>
        <a:xfrm>
          <a:off x="202300" y="72983"/>
          <a:ext cx="2468399" cy="89189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Detail review of DAAS v2.5 and v3.0 structure</a:t>
          </a:r>
        </a:p>
      </dsp:txBody>
      <dsp:txXfrm>
        <a:off x="228423" y="99106"/>
        <a:ext cx="2055995" cy="839650"/>
      </dsp:txXfrm>
    </dsp:sp>
    <dsp:sp modelId="{E4E2E52A-5A5E-47BD-AE37-11222859F384}">
      <dsp:nvSpPr>
        <dsp:cNvPr id="0" name=""/>
        <dsp:cNvSpPr/>
      </dsp:nvSpPr>
      <dsp:spPr>
        <a:xfrm>
          <a:off x="204529" y="1064485"/>
          <a:ext cx="2456781" cy="891896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GitHub repository access with branch permissions</a:t>
          </a:r>
        </a:p>
      </dsp:txBody>
      <dsp:txXfrm>
        <a:off x="230652" y="1090608"/>
        <a:ext cx="1987919" cy="839650"/>
      </dsp:txXfrm>
    </dsp:sp>
    <dsp:sp modelId="{79C8A65A-0227-4C4B-9FF9-CD7E5E371B7E}">
      <dsp:nvSpPr>
        <dsp:cNvPr id="0" name=""/>
        <dsp:cNvSpPr/>
      </dsp:nvSpPr>
      <dsp:spPr>
        <a:xfrm>
          <a:off x="244718" y="2071536"/>
          <a:ext cx="2392072" cy="798238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Review of app structure inputs and DAAS(2.5 &amp; 3.0) configurations</a:t>
          </a:r>
        </a:p>
      </dsp:txBody>
      <dsp:txXfrm>
        <a:off x="268098" y="2094916"/>
        <a:ext cx="1942659" cy="751478"/>
      </dsp:txXfrm>
    </dsp:sp>
    <dsp:sp modelId="{A165FFDC-AA05-4D5C-B93C-4DA1A1594C0E}">
      <dsp:nvSpPr>
        <dsp:cNvPr id="0" name=""/>
        <dsp:cNvSpPr/>
      </dsp:nvSpPr>
      <dsp:spPr>
        <a:xfrm>
          <a:off x="235701" y="3005782"/>
          <a:ext cx="2406999" cy="891896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Test environment/branch execution for safe validation</a:t>
          </a:r>
        </a:p>
      </dsp:txBody>
      <dsp:txXfrm>
        <a:off x="261824" y="3031905"/>
        <a:ext cx="1946580" cy="839650"/>
      </dsp:txXfrm>
    </dsp:sp>
    <dsp:sp modelId="{C1FE4841-F993-4B1D-9B3E-11BBFEE4B75F}">
      <dsp:nvSpPr>
        <dsp:cNvPr id="0" name=""/>
        <dsp:cNvSpPr/>
      </dsp:nvSpPr>
      <dsp:spPr>
        <a:xfrm>
          <a:off x="1328006" y="777167"/>
          <a:ext cx="111059" cy="49586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1352994" y="777167"/>
        <a:ext cx="61083" cy="468381"/>
      </dsp:txXfrm>
    </dsp:sp>
    <dsp:sp modelId="{DFF257A9-AA8F-4842-88E7-047F8D9E7314}">
      <dsp:nvSpPr>
        <dsp:cNvPr id="0" name=""/>
        <dsp:cNvSpPr/>
      </dsp:nvSpPr>
      <dsp:spPr>
        <a:xfrm>
          <a:off x="1340607" y="1691556"/>
          <a:ext cx="89128" cy="50189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1360661" y="1691556"/>
        <a:ext cx="49020" cy="479838"/>
      </dsp:txXfrm>
    </dsp:sp>
    <dsp:sp modelId="{55037438-A707-4801-8BFA-95579EE2BB68}">
      <dsp:nvSpPr>
        <dsp:cNvPr id="0" name=""/>
        <dsp:cNvSpPr/>
      </dsp:nvSpPr>
      <dsp:spPr>
        <a:xfrm>
          <a:off x="1334544" y="2760807"/>
          <a:ext cx="108972" cy="43531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1359063" y="2760807"/>
        <a:ext cx="59934" cy="4083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33A4A-599B-4D9E-9F78-24EC2396F7D6}">
      <dsp:nvSpPr>
        <dsp:cNvPr id="0" name=""/>
        <dsp:cNvSpPr/>
      </dsp:nvSpPr>
      <dsp:spPr>
        <a:xfrm>
          <a:off x="2004443" y="809380"/>
          <a:ext cx="4306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55056"/>
              </a:moveTo>
              <a:lnTo>
                <a:pt x="232409" y="55056"/>
              </a:lnTo>
              <a:lnTo>
                <a:pt x="232409" y="45720"/>
              </a:lnTo>
              <a:lnTo>
                <a:pt x="43061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08220" y="852794"/>
        <a:ext cx="23065" cy="4612"/>
      </dsp:txXfrm>
    </dsp:sp>
    <dsp:sp modelId="{77EC6822-C0C2-4FE4-8297-B7B29261E47F}">
      <dsp:nvSpPr>
        <dsp:cNvPr id="0" name=""/>
        <dsp:cNvSpPr/>
      </dsp:nvSpPr>
      <dsp:spPr>
        <a:xfrm>
          <a:off x="939" y="101264"/>
          <a:ext cx="2005304" cy="15263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262" tIns="103143" rIns="98262" bIns="10314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Review DAAS v2.5 &amp; v3.0 repo structure and datapoints</a:t>
          </a:r>
        </a:p>
      </dsp:txBody>
      <dsp:txXfrm>
        <a:off x="939" y="101264"/>
        <a:ext cx="2005304" cy="1526345"/>
      </dsp:txXfrm>
    </dsp:sp>
    <dsp:sp modelId="{58564CD3-EA53-4A9E-B5BE-1C9B052261BE}">
      <dsp:nvSpPr>
        <dsp:cNvPr id="0" name=""/>
        <dsp:cNvSpPr/>
      </dsp:nvSpPr>
      <dsp:spPr>
        <a:xfrm>
          <a:off x="1003591" y="1616473"/>
          <a:ext cx="2466524" cy="443891"/>
        </a:xfrm>
        <a:custGeom>
          <a:avLst/>
          <a:gdLst/>
          <a:ahLst/>
          <a:cxnLst/>
          <a:rect l="0" t="0" r="0" b="0"/>
          <a:pathLst>
            <a:path>
              <a:moveTo>
                <a:pt x="2466524" y="0"/>
              </a:moveTo>
              <a:lnTo>
                <a:pt x="2466524" y="239045"/>
              </a:lnTo>
              <a:lnTo>
                <a:pt x="0" y="239045"/>
              </a:lnTo>
              <a:lnTo>
                <a:pt x="0" y="443891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74059" y="1836112"/>
        <a:ext cx="125587" cy="4612"/>
      </dsp:txXfrm>
    </dsp:sp>
    <dsp:sp modelId="{BA381D93-2E54-4892-A69D-1D6CE611B3E1}">
      <dsp:nvSpPr>
        <dsp:cNvPr id="0" name=""/>
        <dsp:cNvSpPr/>
      </dsp:nvSpPr>
      <dsp:spPr>
        <a:xfrm>
          <a:off x="2467463" y="91928"/>
          <a:ext cx="2005304" cy="1526345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262" tIns="103143" rIns="98262" bIns="10314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Identify inputs/outputs, source, </a:t>
          </a:r>
          <a:r>
            <a:rPr lang="en-US" sz="1300" kern="1200" dirty="0" err="1"/>
            <a:t>sourcetypes</a:t>
          </a:r>
          <a:r>
            <a:rPr lang="en-US" sz="1300" kern="1200" dirty="0"/>
            <a:t>, lookups, scripts, SH’s, Indexers, macros, .props, transforms, config changes, new features, and deprecated items</a:t>
          </a:r>
        </a:p>
      </dsp:txBody>
      <dsp:txXfrm>
        <a:off x="2467463" y="91928"/>
        <a:ext cx="2005304" cy="1526345"/>
      </dsp:txXfrm>
    </dsp:sp>
    <dsp:sp modelId="{3E5BD702-4C5C-4FF4-BD8E-7E2B9B205E5D}">
      <dsp:nvSpPr>
        <dsp:cNvPr id="0" name=""/>
        <dsp:cNvSpPr/>
      </dsp:nvSpPr>
      <dsp:spPr>
        <a:xfrm>
          <a:off x="2004443" y="2768809"/>
          <a:ext cx="4306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55056"/>
              </a:moveTo>
              <a:lnTo>
                <a:pt x="232409" y="55056"/>
              </a:lnTo>
              <a:lnTo>
                <a:pt x="232409" y="45720"/>
              </a:lnTo>
              <a:lnTo>
                <a:pt x="430619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08220" y="2812223"/>
        <a:ext cx="23065" cy="4612"/>
      </dsp:txXfrm>
    </dsp:sp>
    <dsp:sp modelId="{785F2862-47C7-4964-9F75-3EFB5F91ACE6}">
      <dsp:nvSpPr>
        <dsp:cNvPr id="0" name=""/>
        <dsp:cNvSpPr/>
      </dsp:nvSpPr>
      <dsp:spPr>
        <a:xfrm>
          <a:off x="939" y="2092764"/>
          <a:ext cx="2005304" cy="146220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262" tIns="103143" rIns="98262" bIns="10314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Prepare a test branch, repo for migration to avoid affecting production (main branch)</a:t>
          </a:r>
        </a:p>
      </dsp:txBody>
      <dsp:txXfrm>
        <a:off x="939" y="2092764"/>
        <a:ext cx="2005304" cy="1462203"/>
      </dsp:txXfrm>
    </dsp:sp>
    <dsp:sp modelId="{7C8BEE69-A5C0-40F1-BF1C-383CAD7CD6FE}">
      <dsp:nvSpPr>
        <dsp:cNvPr id="0" name=""/>
        <dsp:cNvSpPr/>
      </dsp:nvSpPr>
      <dsp:spPr>
        <a:xfrm>
          <a:off x="2467463" y="2079493"/>
          <a:ext cx="2005304" cy="147007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262" tIns="103143" rIns="98262" bIns="10314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Plan for the Repository clone, Data replication, Name change as per v3.0 naming conventions</a:t>
          </a:r>
        </a:p>
      </dsp:txBody>
      <dsp:txXfrm>
        <a:off x="2467463" y="2079493"/>
        <a:ext cx="2005304" cy="14700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65FBF-2A18-41DD-9735-F400C0ACE3CE}">
      <dsp:nvSpPr>
        <dsp:cNvPr id="0" name=""/>
        <dsp:cNvSpPr/>
      </dsp:nvSpPr>
      <dsp:spPr>
        <a:xfrm>
          <a:off x="1748950" y="1074758"/>
          <a:ext cx="3707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77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4304" y="1118469"/>
        <a:ext cx="20068" cy="4017"/>
      </dsp:txXfrm>
    </dsp:sp>
    <dsp:sp modelId="{81804CC5-E3EB-4489-9D80-0A79FA8A275F}">
      <dsp:nvSpPr>
        <dsp:cNvPr id="0" name=""/>
        <dsp:cNvSpPr/>
      </dsp:nvSpPr>
      <dsp:spPr>
        <a:xfrm>
          <a:off x="5631" y="596942"/>
          <a:ext cx="1745119" cy="10470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12" tIns="89760" rIns="85512" bIns="897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1. Preparation: Review entire DAAS structure and gather resources</a:t>
          </a:r>
        </a:p>
      </dsp:txBody>
      <dsp:txXfrm>
        <a:off x="5631" y="596942"/>
        <a:ext cx="1745119" cy="1047071"/>
      </dsp:txXfrm>
    </dsp:sp>
    <dsp:sp modelId="{4A133DC9-969F-4E4C-ABC0-7F546F04B1FD}">
      <dsp:nvSpPr>
        <dsp:cNvPr id="0" name=""/>
        <dsp:cNvSpPr/>
      </dsp:nvSpPr>
      <dsp:spPr>
        <a:xfrm>
          <a:off x="3895446" y="1074758"/>
          <a:ext cx="3707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777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0801" y="1118469"/>
        <a:ext cx="20068" cy="4017"/>
      </dsp:txXfrm>
    </dsp:sp>
    <dsp:sp modelId="{080CBA5F-DFFD-4BA7-B307-F339AD9BEB4F}">
      <dsp:nvSpPr>
        <dsp:cNvPr id="0" name=""/>
        <dsp:cNvSpPr/>
      </dsp:nvSpPr>
      <dsp:spPr>
        <a:xfrm>
          <a:off x="2152127" y="596942"/>
          <a:ext cx="1745119" cy="10470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12" tIns="89760" rIns="85512" bIns="897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Branch Creation: Create daas-v3.0-migration-test branch (GitHub GUI)</a:t>
          </a:r>
        </a:p>
      </dsp:txBody>
      <dsp:txXfrm>
        <a:off x="2152127" y="596942"/>
        <a:ext cx="1745119" cy="1047071"/>
      </dsp:txXfrm>
    </dsp:sp>
    <dsp:sp modelId="{CA2EC072-B532-4693-8A91-F844BFCEEA96}">
      <dsp:nvSpPr>
        <dsp:cNvPr id="0" name=""/>
        <dsp:cNvSpPr/>
      </dsp:nvSpPr>
      <dsp:spPr>
        <a:xfrm>
          <a:off x="6041943" y="1074758"/>
          <a:ext cx="3707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777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17297" y="1118469"/>
        <a:ext cx="20068" cy="4017"/>
      </dsp:txXfrm>
    </dsp:sp>
    <dsp:sp modelId="{E698219D-C881-4C9F-BE8F-4C3EC22E8AA0}">
      <dsp:nvSpPr>
        <dsp:cNvPr id="0" name=""/>
        <dsp:cNvSpPr/>
      </dsp:nvSpPr>
      <dsp:spPr>
        <a:xfrm>
          <a:off x="4298624" y="596942"/>
          <a:ext cx="1745119" cy="104707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12" tIns="89760" rIns="85512" bIns="897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3. Directory Setup: Add SA_AI_NR_K456_MonitoringDAAS_511/</a:t>
          </a:r>
        </a:p>
      </dsp:txBody>
      <dsp:txXfrm>
        <a:off x="4298624" y="596942"/>
        <a:ext cx="1745119" cy="1047071"/>
      </dsp:txXfrm>
    </dsp:sp>
    <dsp:sp modelId="{234A365C-EF3B-4D90-912D-A83E58380165}">
      <dsp:nvSpPr>
        <dsp:cNvPr id="0" name=""/>
        <dsp:cNvSpPr/>
      </dsp:nvSpPr>
      <dsp:spPr>
        <a:xfrm>
          <a:off x="878190" y="1642213"/>
          <a:ext cx="6439489" cy="370777"/>
        </a:xfrm>
        <a:custGeom>
          <a:avLst/>
          <a:gdLst/>
          <a:ahLst/>
          <a:cxnLst/>
          <a:rect l="0" t="0" r="0" b="0"/>
          <a:pathLst>
            <a:path>
              <a:moveTo>
                <a:pt x="6439489" y="0"/>
              </a:moveTo>
              <a:lnTo>
                <a:pt x="6439489" y="202488"/>
              </a:lnTo>
              <a:lnTo>
                <a:pt x="0" y="202488"/>
              </a:lnTo>
              <a:lnTo>
                <a:pt x="0" y="370777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36635" y="1825593"/>
        <a:ext cx="322599" cy="4017"/>
      </dsp:txXfrm>
    </dsp:sp>
    <dsp:sp modelId="{2E8E6D1C-973F-4580-A510-D1F5ECE53C15}">
      <dsp:nvSpPr>
        <dsp:cNvPr id="0" name=""/>
        <dsp:cNvSpPr/>
      </dsp:nvSpPr>
      <dsp:spPr>
        <a:xfrm>
          <a:off x="6445120" y="596942"/>
          <a:ext cx="1745119" cy="104707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12" tIns="89760" rIns="85512" bIns="897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4. File Migration: Copy/update subfolders and files</a:t>
          </a:r>
        </a:p>
      </dsp:txBody>
      <dsp:txXfrm>
        <a:off x="6445120" y="596942"/>
        <a:ext cx="1745119" cy="1047071"/>
      </dsp:txXfrm>
    </dsp:sp>
    <dsp:sp modelId="{8BA2E770-44C3-4553-8BD0-0ADFF2B5A00C}">
      <dsp:nvSpPr>
        <dsp:cNvPr id="0" name=""/>
        <dsp:cNvSpPr/>
      </dsp:nvSpPr>
      <dsp:spPr>
        <a:xfrm>
          <a:off x="1748950" y="2523206"/>
          <a:ext cx="3707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777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4304" y="2566918"/>
        <a:ext cx="20068" cy="4017"/>
      </dsp:txXfrm>
    </dsp:sp>
    <dsp:sp modelId="{70EFCE66-5928-4BCC-BFBA-F1C0113D94B0}">
      <dsp:nvSpPr>
        <dsp:cNvPr id="0" name=""/>
        <dsp:cNvSpPr/>
      </dsp:nvSpPr>
      <dsp:spPr>
        <a:xfrm>
          <a:off x="5631" y="2045391"/>
          <a:ext cx="1745119" cy="104707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12" tIns="89760" rIns="85512" bIns="897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5. Testing: Deploy and validate scripts/configs/integrations(</a:t>
          </a:r>
          <a:r>
            <a:rPr lang="en-US" sz="1200" kern="1200" dirty="0" err="1"/>
            <a:t>inputs,outputs,props,transforms</a:t>
          </a:r>
          <a:r>
            <a:rPr lang="en-US" sz="1200" kern="1200" dirty="0"/>
            <a:t>, indexes, metadata</a:t>
          </a:r>
        </a:p>
      </dsp:txBody>
      <dsp:txXfrm>
        <a:off x="5631" y="2045391"/>
        <a:ext cx="1745119" cy="1047071"/>
      </dsp:txXfrm>
    </dsp:sp>
    <dsp:sp modelId="{B1EADFBC-255D-4313-B0E6-71836F19D573}">
      <dsp:nvSpPr>
        <dsp:cNvPr id="0" name=""/>
        <dsp:cNvSpPr/>
      </dsp:nvSpPr>
      <dsp:spPr>
        <a:xfrm>
          <a:off x="3895446" y="2523206"/>
          <a:ext cx="3707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77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0801" y="2566918"/>
        <a:ext cx="20068" cy="4017"/>
      </dsp:txXfrm>
    </dsp:sp>
    <dsp:sp modelId="{0369562A-D35A-4115-8B21-9BFF5C2B1E1F}">
      <dsp:nvSpPr>
        <dsp:cNvPr id="0" name=""/>
        <dsp:cNvSpPr/>
      </dsp:nvSpPr>
      <dsp:spPr>
        <a:xfrm>
          <a:off x="2152127" y="2045391"/>
          <a:ext cx="1745119" cy="10470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12" tIns="89760" rIns="85512" bIns="897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6. Review: Entire DAAS -v2.5 &amp; DAAS-3.0 structure review, data points validation in both environment</a:t>
          </a:r>
        </a:p>
      </dsp:txBody>
      <dsp:txXfrm>
        <a:off x="2152127" y="2045391"/>
        <a:ext cx="1745119" cy="1047071"/>
      </dsp:txXfrm>
    </dsp:sp>
    <dsp:sp modelId="{FB71B9C2-E86F-4509-9849-15E627D1D406}">
      <dsp:nvSpPr>
        <dsp:cNvPr id="0" name=""/>
        <dsp:cNvSpPr/>
      </dsp:nvSpPr>
      <dsp:spPr>
        <a:xfrm>
          <a:off x="4298624" y="2045391"/>
          <a:ext cx="1745119" cy="10470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12" tIns="89760" rIns="85512" bIns="897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7. Merge: Merge test branch into main</a:t>
          </a:r>
        </a:p>
      </dsp:txBody>
      <dsp:txXfrm>
        <a:off x="4298624" y="2045391"/>
        <a:ext cx="1745119" cy="1047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94F8A-6467-42E5-8033-B1A7340AC84C}" type="datetimeFigureOut">
              <a:rPr lang="en-IN" smtClean="0"/>
              <a:t>28-07-2025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5EBB4-8CD3-4588-9357-D544AB585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35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r>
              <a:rPr lang="en-US" sz="4200" b="1">
                <a:solidFill>
                  <a:srgbClr val="FFFFFF"/>
                </a:solidFill>
              </a:rPr>
              <a:t>DAAS v2.5 to v3.0 Migration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FFFFF"/>
                </a:solidFill>
              </a:rPr>
              <a:t>Prepared by: Rajesh Kumar Mohanty | Date: 2025-07-28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Migration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  Objective: Migrate from DAAS v2.5 to DAAS v3.0</a:t>
            </a:r>
          </a:p>
          <a:p>
            <a:r>
              <a:rPr lang="en-US" sz="1700" dirty="0"/>
              <a:t>  Key Focus:</a:t>
            </a:r>
          </a:p>
          <a:p>
            <a:r>
              <a:rPr lang="en-US" sz="1700" dirty="0"/>
              <a:t>- Preserve Splunk configurations</a:t>
            </a:r>
          </a:p>
          <a:p>
            <a:r>
              <a:rPr lang="en-US" sz="1700" dirty="0"/>
              <a:t>- Validate app structure</a:t>
            </a:r>
          </a:p>
          <a:p>
            <a:r>
              <a:rPr lang="en-US" sz="1700" dirty="0"/>
              <a:t>- GitHub workflow at glance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187" y="348865"/>
            <a:ext cx="5978947" cy="1576446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Prerequisites &amp; Planning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3A85F7-29B1-AB63-C084-D37F070B63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248675"/>
              </p:ext>
            </p:extLst>
          </p:nvPr>
        </p:nvGraphicFramePr>
        <p:xfrm>
          <a:off x="483042" y="2544532"/>
          <a:ext cx="8443244" cy="4054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71E0EB1-EFD0-0724-DC5D-F81E57883F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643753"/>
              </p:ext>
            </p:extLst>
          </p:nvPr>
        </p:nvGraphicFramePr>
        <p:xfrm>
          <a:off x="4265968" y="2537925"/>
          <a:ext cx="4473707" cy="3641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B7CEFA-5B3F-D9DF-A402-534CD371D8A4}"/>
              </a:ext>
            </a:extLst>
          </p:cNvPr>
          <p:cNvSpPr txBox="1"/>
          <p:nvPr/>
        </p:nvSpPr>
        <p:spPr>
          <a:xfrm>
            <a:off x="1156990" y="2208636"/>
            <a:ext cx="1492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Prerequisites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79E91-9372-C631-CEA3-C133787D2C04}"/>
              </a:ext>
            </a:extLst>
          </p:cNvPr>
          <p:cNvSpPr txBox="1"/>
          <p:nvPr/>
        </p:nvSpPr>
        <p:spPr>
          <a:xfrm>
            <a:off x="5900052" y="2227298"/>
            <a:ext cx="1492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Planning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47" y="491755"/>
            <a:ext cx="7682682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</a:rPr>
              <a:t>L</a:t>
            </a:r>
            <a:r>
              <a:rPr lang="en-IN" sz="3200" dirty="0">
                <a:solidFill>
                  <a:srgbClr val="FFFFFF"/>
                </a:solidFill>
              </a:rPr>
              <a:t>ogical Structure DAAS v2.5 &amp; DAAS V3.0</a:t>
            </a:r>
            <a:br>
              <a:rPr lang="en-IN" sz="3200" dirty="0">
                <a:solidFill>
                  <a:srgbClr val="FFFFFF"/>
                </a:solidFill>
              </a:rPr>
            </a:b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C063D5-1DE3-9EE2-2BAB-4A4B93862129}"/>
              </a:ext>
            </a:extLst>
          </p:cNvPr>
          <p:cNvSpPr txBox="1"/>
          <p:nvPr/>
        </p:nvSpPr>
        <p:spPr>
          <a:xfrm>
            <a:off x="130629" y="2187563"/>
            <a:ext cx="4359727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                            </a:t>
            </a:r>
            <a:r>
              <a:rPr lang="en-US" sz="1600" u="sng" dirty="0"/>
              <a:t>DAAS V2.5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Repository (main)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└── </a:t>
            </a:r>
            <a:r>
              <a:rPr lang="en-US" sz="1600" dirty="0" err="1"/>
              <a:t>apps_search_heads</a:t>
            </a:r>
            <a:r>
              <a:rPr lang="en-US" sz="1600" dirty="0"/>
              <a:t>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└── lan_fr_sh-cluster1/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└── </a:t>
            </a:r>
            <a:r>
              <a:rPr lang="en-US" sz="1600" dirty="0" err="1"/>
              <a:t>all_environment</a:t>
            </a:r>
            <a:r>
              <a:rPr lang="en-US" sz="1600" dirty="0"/>
              <a:t>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└── SA_AI_NR_K455_MonitoringDAAS_511/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</a:t>
            </a:r>
            <a:r>
              <a:rPr lang="en-US" sz="1600" dirty="0" err="1"/>
              <a:t>appserver</a:t>
            </a:r>
            <a:r>
              <a:rPr lang="en-US" sz="1600" dirty="0"/>
              <a:t>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│   └── static/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bin/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default/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lookups/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metadata/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└── static/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B74E2B-F91F-636A-5DD7-24617FBF2C3F}"/>
              </a:ext>
            </a:extLst>
          </p:cNvPr>
          <p:cNvSpPr txBox="1"/>
          <p:nvPr/>
        </p:nvSpPr>
        <p:spPr>
          <a:xfrm>
            <a:off x="4490355" y="2224892"/>
            <a:ext cx="4578999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                                 </a:t>
            </a:r>
            <a:r>
              <a:rPr lang="en-US" sz="1600" u="sng" dirty="0"/>
              <a:t>DAAS V3.0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Repository (daas-v3.0-migration-test)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└── </a:t>
            </a:r>
            <a:r>
              <a:rPr lang="en-US" sz="1600" dirty="0" err="1"/>
              <a:t>apps_search_heads</a:t>
            </a:r>
            <a:r>
              <a:rPr lang="en-US" sz="1600" dirty="0"/>
              <a:t>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└── lan_fr_sh-cluster1/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└── </a:t>
            </a:r>
            <a:r>
              <a:rPr lang="en-US" sz="1600" dirty="0" err="1"/>
              <a:t>all_environment</a:t>
            </a:r>
            <a:r>
              <a:rPr lang="en-US" sz="1600" dirty="0"/>
              <a:t>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└── SA_AI_NR_K456_MonitoringDAAS_511/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</a:t>
            </a:r>
            <a:r>
              <a:rPr lang="en-US" sz="1600" dirty="0" err="1"/>
              <a:t>appserver</a:t>
            </a:r>
            <a:r>
              <a:rPr lang="en-US" sz="1600" dirty="0"/>
              <a:t>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│   └── static/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bin/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default/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lookups/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├── metadata/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               └── static/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Step-by-Step Migration Procedure</a:t>
            </a: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89C4F27D-FA16-A429-E5A2-A0EDC06103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75124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417</Words>
  <Application>Microsoft Office PowerPoint</Application>
  <PresentationFormat>On-screen Show (4:3)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DAAS v2.5 to v3.0 Migration Plan</vt:lpstr>
      <vt:lpstr>Migration Overview</vt:lpstr>
      <vt:lpstr>Prerequisites &amp; Planning</vt:lpstr>
      <vt:lpstr>Logical Structure DAAS v2.5 &amp; DAAS V3.0 </vt:lpstr>
      <vt:lpstr>Step-by-Step Migration Procedure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Adleena Mohanty</cp:lastModifiedBy>
  <cp:revision>6</cp:revision>
  <dcterms:created xsi:type="dcterms:W3CDTF">2013-01-27T09:14:16Z</dcterms:created>
  <dcterms:modified xsi:type="dcterms:W3CDTF">2025-07-28T04:16:57Z</dcterms:modified>
  <cp:category/>
</cp:coreProperties>
</file>